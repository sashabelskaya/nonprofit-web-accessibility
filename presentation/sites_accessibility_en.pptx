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slides/charts/chart1.xml" ContentType="application/vnd.openxmlformats-officedocument.drawingml.chart+xml"/>
  <Override PartName="/ppt/notesSlides/notesSlide2.xml" ContentType="application/vnd.openxmlformats-officedocument.presentationml.notesSlide+xml"/>
  <Override PartName="/ppt/slides/slide3.xml" ContentType="application/vnd.openxmlformats-officedocument.presentationml.slide+xml"/>
  <Override PartName="/ppt/slides/charts/chart2.xml" ContentType="application/vnd.openxmlformats-officedocument.drawingml.chart+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094070c43e3a40a1" /><Relationship Type="http://schemas.openxmlformats.org/officeDocument/2006/relationships/extended-properties" Target="/docProps/app.xml" Id="Re66735b04c8f4fd8" /><Relationship Type="http://schemas.openxmlformats.org/officeDocument/2006/relationships/officeDocument" Target="/ppt/presentation.xml" Id="Rca4c2d33db444860" /></Relationships>
</file>

<file path=ppt/presentation.xml><?xml version="1.0" encoding="utf-8"?>
<p:presentation xmlns:p="http://schemas.openxmlformats.org/presentationml/2006/main">
  <p:sldMasterIdLst>
    <p:sldMasterId xmlns:r="http://schemas.openxmlformats.org/officeDocument/2006/relationships" id="2147483648" r:id="Rf4af75e57c5045c0"/>
  </p:sldMasterIdLst>
  <p:notesMasterIdLst>
    <p:notesMasterId xmlns:r="http://schemas.openxmlformats.org/officeDocument/2006/relationships" r:id="R5f66b6ea2a214f55"/>
  </p:notesMasterIdLst>
  <p:sldIdLst>
    <p:sldId xmlns:r="http://schemas.openxmlformats.org/officeDocument/2006/relationships" id="256" r:id="R8f85bdd4da8549e6"/>
    <p:sldId xmlns:r="http://schemas.openxmlformats.org/officeDocument/2006/relationships" id="257" r:id="R740c1c97b6dc491e"/>
    <p:sldId xmlns:r="http://schemas.openxmlformats.org/officeDocument/2006/relationships" id="258" r:id="Rd15ed1c2344847eb"/>
    <p:sldId xmlns:r="http://schemas.openxmlformats.org/officeDocument/2006/relationships" id="259" r:id="R889dc7d860784fd4"/>
  </p:sldIdLst>
  <p:sldSz cx="9144000" cy="51435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514d73c9c0f348e3" /><Relationship Type="http://schemas.openxmlformats.org/officeDocument/2006/relationships/slideMaster" Target="/ppt/slideMasters/slideMaster1.xml" Id="Rf4af75e57c5045c0" /><Relationship Type="http://schemas.openxmlformats.org/officeDocument/2006/relationships/notesMaster" Target="/ppt/notesMasters/notesMaster1.xml" Id="R5f66b6ea2a214f55" /><Relationship Type="http://schemas.openxmlformats.org/officeDocument/2006/relationships/presProps" Target="/ppt/presProps.xml" Id="R7eae6c502062431f" /><Relationship Type="http://schemas.openxmlformats.org/officeDocument/2006/relationships/tableStyles" Target="/ppt/tableStyles.xml" Id="Rdbe1fd410dac4877" /><Relationship Type="http://schemas.openxmlformats.org/officeDocument/2006/relationships/slide" Target="/ppt/slides/slide1.xml" Id="R8f85bdd4da8549e6" /><Relationship Type="http://schemas.openxmlformats.org/officeDocument/2006/relationships/slide" Target="/ppt/slides/slide2.xml" Id="R740c1c97b6dc491e" /><Relationship Type="http://schemas.openxmlformats.org/officeDocument/2006/relationships/slide" Target="/ppt/slides/slide3.xml" Id="Rd15ed1c2344847eb" /><Relationship Type="http://schemas.openxmlformats.org/officeDocument/2006/relationships/slide" Target="/ppt/slides/slide4.xml" Id="R889dc7d860784fd4"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6f2bf7e3af1641a2"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b0241d7f96f94ce4" /><Relationship Type="http://schemas.openxmlformats.org/officeDocument/2006/relationships/notesMaster" Target="/ppt/notesMasters/notesMaster1.xml" Id="R3fa1f53a68924b80" /></Relationships>
</file>

<file path=ppt/notesSlides/_rels/notesSlide2.xml.rels>&#65279;<?xml version="1.0" encoding="utf-8"?><Relationships xmlns="http://schemas.openxmlformats.org/package/2006/relationships"><Relationship Type="http://schemas.openxmlformats.org/officeDocument/2006/relationships/slide" Target="/ppt/slides/slide2.xml" Id="Rcf3ce310c7c5432a" /><Relationship Type="http://schemas.openxmlformats.org/officeDocument/2006/relationships/notesMaster" Target="/ppt/notesMasters/notesMaster1.xml" Id="Ra2ace803a40e46f3" /></Relationships>
</file>

<file path=ppt/notesSlides/_rels/notesSlide3.xml.rels>&#65279;<?xml version="1.0" encoding="utf-8"?><Relationships xmlns="http://schemas.openxmlformats.org/package/2006/relationships"><Relationship Type="http://schemas.openxmlformats.org/officeDocument/2006/relationships/slide" Target="/ppt/slides/slide3.xml" Id="R7e07cfd24af642c9" /><Relationship Type="http://schemas.openxmlformats.org/officeDocument/2006/relationships/notesMaster" Target="/ppt/notesMasters/notesMaster1.xml" Id="R7c0aee125a824bd1" /></Relationships>
</file>

<file path=ppt/notesSlides/_rels/notesSlide4.xml.rels>&#65279;<?xml version="1.0" encoding="utf-8"?><Relationships xmlns="http://schemas.openxmlformats.org/package/2006/relationships"><Relationship Type="http://schemas.openxmlformats.org/officeDocument/2006/relationships/slide" Target="/ppt/slides/slide4.xml" Id="R3b13b4cdf02b4a76" /><Relationship Type="http://schemas.openxmlformats.org/officeDocument/2006/relationships/notesMaster" Target="/ppt/notesMasters/notesMaster1.xml" Id="Rb1303565099f4551"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 examined the homepages of ten German social welfare organisations. Our aim was to identify specific technical improvements that could make these sites easier to use for people seeking help. We did not measure successful access to services.</a:t>
            </a:r>
          </a:p>
          <a:p xmlns:a="http://schemas.openxmlformats.org/drawingml/2006/main">
            <a:r>
              <a:t>Sources: user-supplied HTTP Archive exports job_nzqoun62Cev9nUOIdeqq29zwR2fI.csv, job_fou8odYp5qae9BP29Wz-o0AuHsdP.json and job_gp-JfT9x-g2CF7fiFBFE0djj9LPb.json. Table httparchive.crawl.pages, date=2026-10-01, client=mobile, is_root_page=true. Purposive sample of 10 homepages, not representative of the sector.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Seven of ten pages have at least one failed automated accessibility audit. Heading order and mismatches between visible labels and accessible names appear most frequently. These are potential barriers, not proof that a person cannot obtain help. The chart shows five recurring audit types out of eleven types found. There are 20 site-audit pairs, not 20 unique elements. A page with no failed audits is not necessarily fully accessible.</a:t>
            </a:r>
          </a:p>
          <a:p xmlns:a="http://schemas.openxmlformats.org/drawingml/2006/main">
            <a:r>
              <a:t>Sources: user-supplied HTTP Archive exports job_nzqoun62Cev9nUOIdeqq29zwR2fI.csv, job_fou8odYp5qae9BP29Wz-o0AuHsdP.json and job_gp-JfT9x-g2CF7fiFBFE0djj9LPb.json. Table httparchive.crawl.pages, date=2026-10-01, client=mobile, is_root_page=true. Purposive sample of 10 homepages, not representative of the sector.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 used BigQuery and HTTP Archive. The chart uses transferred bytes from summary, converted to decimal megabytes. Images account for about 73% of DRK page weight and 76% for Lebenshilfe. Fonts account for about 36% for Caritas. These are investigation priorities, not measured savings. JavaScript accounts for about 67% for Johanniter. October 1 is the monthly snapshot label. The supplied failed Lighthouse audits were recorded on October 13–15.</a:t>
            </a:r>
          </a:p>
          <a:p xmlns:a="http://schemas.openxmlformats.org/drawingml/2006/main">
            <a:r>
              <a:t>Sources: user-supplied HTTP Archive exports job_nzqoun62Cev9nUOIdeqq29zwR2fI.csv, job_fou8odYp5qae9BP29Wz-o0AuHsdP.json and job_gp-JfT9x-g2CF7fiFBFE0djj9LPb.json. Table httparchive.crawl.pages, date=2026-10-01, client=mobile, is_root_page=true. Purposive sample of 10 homepages, not representative of the sector.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Our output is a report with evidence and recommendations. We have not implemented fixes or measured user impact. During manual checking of DRK, the user could not locate the two fields flagged in the archived test, including searches for their element identifiers. This does not prove a fix. The Caritas Online-Beratung finding has not yet been verified on the current page. Next steps are to confirm findings with website teams, choose one improvement and test with users of assistive technology. Thanks to HTTP Archive and the datathon organisers.</a:t>
            </a:r>
          </a:p>
          <a:p xmlns:a="http://schemas.openxmlformats.org/drawingml/2006/main">
            <a:r>
              <a:t>Sources: user-supplied HTTP Archive exports job_nzqoun62Cev9nUOIdeqq29zwR2fI.csv, job_fou8odYp5qae9BP29Wz-o0AuHsdP.json and job_gp-JfT9x-g2CF7fiFBFE0djj9LPb.json. Table httparchive.crawl.pages, date=2026-10-01, client=mobile, is_root_page=true. Purposive sample of 10 homepages, not representative of the sector.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8a1c3b63027e4c8a"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4bf73287ee3543ba"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d63001bd52234dfc"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81b24c26f40448d6"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bf6a55ec4c80472b"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e88f8ae3063a465a"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82ADF0C-231F-47DA-BB28-3C14D0331C5F}"/>
              </a:ext>
            </a:extLst>
          </p:cNvPr>
          <p:cNvSpPr>
            <a:spLocks xmlns:a="http://schemas.openxmlformats.org/drawingml/2006/main" noGrp="1"/>
          </p:cNvSpPr>
          <p:nvPr>
            <p:ph type="title" idx="0"/>
          </p:nvPr>
        </p:nvSpPr>
        <p:spPr>
          <a:xfrm xmlns:a="http://schemas.openxmlformats.org/drawingml/2006/main">
            <a:off x="914400" y="1943100"/>
            <a:ext cx="7315200" cy="7429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3600" b="1">
                <a:solidFill>
                  <a:schemeClr val="tx1"/>
                </a:solidFill>
                <a:latin typeface="+mj-lt"/>
                <a:ea typeface="+mj-lt"/>
                <a:cs typeface="+mj-lt"/>
              </a:defRPr>
            </a:defPPr>
            <a:lvl1pPr marL="0" indent="0" algn="ctr">
              <a:lnSpc>
                <a:spcPct val="110000"/>
              </a:lnSpc>
              <a:spcBef>
                <a:spcPts val="0"/>
              </a:spcBef>
              <a:spcAft>
                <a:spcPts val="0"/>
              </a:spcAft>
              <a:buNone/>
              <a:defRPr sz="3600" b="1">
                <a:solidFill>
                  <a:schemeClr val="tx1"/>
                </a:solidFill>
                <a:latin typeface="+mj-lt"/>
                <a:ea typeface="+mj-lt"/>
                <a:cs typeface="+mj-lt"/>
              </a:defRPr>
            </a:lvl1pPr>
            <a:lvl2pPr marL="0" indent="0" algn="ctr">
              <a:lnSpc>
                <a:spcPct val="110000"/>
              </a:lnSpc>
              <a:spcBef>
                <a:spcPts val="0"/>
              </a:spcBef>
              <a:spcAft>
                <a:spcPts val="0"/>
              </a:spcAft>
              <a:buNone/>
              <a:defRPr sz="3600" b="1">
                <a:solidFill>
                  <a:schemeClr val="tx1"/>
                </a:solidFill>
                <a:latin typeface="+mj-lt"/>
                <a:ea typeface="+mj-lt"/>
                <a:cs typeface="+mj-lt"/>
              </a:defRPr>
            </a:lvl2pPr>
            <a:lvl3pPr marL="0" indent="0" algn="ctr">
              <a:lnSpc>
                <a:spcPct val="110000"/>
              </a:lnSpc>
              <a:spcBef>
                <a:spcPts val="0"/>
              </a:spcBef>
              <a:spcAft>
                <a:spcPts val="0"/>
              </a:spcAft>
              <a:buNone/>
              <a:defRPr sz="3600" b="1">
                <a:solidFill>
                  <a:schemeClr val="tx1"/>
                </a:solidFill>
                <a:latin typeface="+mj-lt"/>
                <a:ea typeface="+mj-lt"/>
                <a:cs typeface="+mj-lt"/>
              </a:defRPr>
            </a:lvl3pPr>
            <a:lvl4pPr marL="0" indent="0" algn="ctr">
              <a:lnSpc>
                <a:spcPct val="110000"/>
              </a:lnSpc>
              <a:spcBef>
                <a:spcPts val="0"/>
              </a:spcBef>
              <a:spcAft>
                <a:spcPts val="0"/>
              </a:spcAft>
              <a:buNone/>
              <a:defRPr sz="3600" b="1">
                <a:solidFill>
                  <a:schemeClr val="tx1"/>
                </a:solidFill>
                <a:latin typeface="+mj-lt"/>
                <a:ea typeface="+mj-lt"/>
                <a:cs typeface="+mj-lt"/>
              </a:defRPr>
            </a:lvl4pPr>
            <a:lvl5pPr marL="0" indent="0" algn="ctr">
              <a:lnSpc>
                <a:spcPct val="110000"/>
              </a:lnSpc>
              <a:spcBef>
                <a:spcPts val="0"/>
              </a:spcBef>
              <a:spcAft>
                <a:spcPts val="0"/>
              </a:spcAft>
              <a:buNone/>
              <a:defRPr sz="3600" b="1">
                <a:solidFill>
                  <a:schemeClr val="tx1"/>
                </a:solidFill>
                <a:latin typeface="+mj-lt"/>
                <a:ea typeface="+mj-lt"/>
                <a:cs typeface="+mj-lt"/>
              </a:defRPr>
            </a:lvl5pPr>
            <a:lvl6pPr marL="0" indent="0" algn="ctr">
              <a:lnSpc>
                <a:spcPct val="110000"/>
              </a:lnSpc>
              <a:spcBef>
                <a:spcPts val="0"/>
              </a:spcBef>
              <a:spcAft>
                <a:spcPts val="0"/>
              </a:spcAft>
              <a:buNone/>
              <a:defRPr sz="3600" b="1">
                <a:solidFill>
                  <a:schemeClr val="tx1"/>
                </a:solidFill>
                <a:latin typeface="+mj-lt"/>
                <a:ea typeface="+mj-lt"/>
                <a:cs typeface="+mj-lt"/>
              </a:defRPr>
            </a:lvl6pPr>
            <a:lvl7pPr marL="0" indent="0" algn="ctr">
              <a:lnSpc>
                <a:spcPct val="110000"/>
              </a:lnSpc>
              <a:spcBef>
                <a:spcPts val="0"/>
              </a:spcBef>
              <a:spcAft>
                <a:spcPts val="0"/>
              </a:spcAft>
              <a:buNone/>
              <a:defRPr sz="3600" b="1">
                <a:solidFill>
                  <a:schemeClr val="tx1"/>
                </a:solidFill>
                <a:latin typeface="+mj-lt"/>
                <a:ea typeface="+mj-lt"/>
                <a:cs typeface="+mj-lt"/>
              </a:defRPr>
            </a:lvl7pPr>
            <a:lvl8pPr marL="0" indent="0" algn="ctr">
              <a:lnSpc>
                <a:spcPct val="110000"/>
              </a:lnSpc>
              <a:spcBef>
                <a:spcPts val="0"/>
              </a:spcBef>
              <a:spcAft>
                <a:spcPts val="0"/>
              </a:spcAft>
              <a:buNone/>
              <a:defRPr sz="3600" b="1">
                <a:solidFill>
                  <a:schemeClr val="tx1"/>
                </a:solidFill>
                <a:latin typeface="+mj-lt"/>
                <a:ea typeface="+mj-lt"/>
                <a:cs typeface="+mj-lt"/>
              </a:defRPr>
            </a:lvl8pPr>
            <a:lvl9pPr marL="0" indent="0" algn="ctr">
              <a:lnSpc>
                <a:spcPct val="110000"/>
              </a:lnSpc>
              <a:spcBef>
                <a:spcPts val="0"/>
              </a:spcBef>
              <a:spcAft>
                <a:spcPts val="0"/>
              </a:spcAft>
              <a:buNone/>
              <a:defRPr sz="36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60C5F838-11AF-4551-839B-8012E88CB345}"/>
              </a:ext>
            </a:extLst>
          </p:cNvPr>
          <p:cNvSpPr>
            <a:spLocks xmlns:a="http://schemas.openxmlformats.org/drawingml/2006/main" noGrp="1"/>
          </p:cNvSpPr>
          <p:nvPr>
            <p:ph type="subTitle" idx="1"/>
          </p:nvPr>
        </p:nvSpPr>
        <p:spPr>
          <a:xfrm xmlns:a="http://schemas.openxmlformats.org/drawingml/2006/main">
            <a:off x="1371600" y="2828925"/>
            <a:ext cx="6400800" cy="5715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1575" b="0">
                <a:solidFill>
                  <a:schemeClr val="tx1"/>
                </a:solidFill>
                <a:latin typeface="+mn-lt"/>
                <a:ea typeface="+mn-lt"/>
                <a:cs typeface="+mn-lt"/>
              </a:defRPr>
            </a:defPPr>
            <a:lvl1pPr marL="0" indent="0" algn="ctr">
              <a:lnSpc>
                <a:spcPct val="110000"/>
              </a:lnSpc>
              <a:spcBef>
                <a:spcPts val="0"/>
              </a:spcBef>
              <a:spcAft>
                <a:spcPts val="0"/>
              </a:spcAft>
              <a:buNone/>
              <a:defRPr sz="1575" b="0">
                <a:solidFill>
                  <a:schemeClr val="tx1"/>
                </a:solidFill>
                <a:latin typeface="+mn-lt"/>
                <a:ea typeface="+mn-lt"/>
                <a:cs typeface="+mn-lt"/>
              </a:defRPr>
            </a:lvl1pPr>
            <a:lvl2pPr marL="0" indent="0" algn="ctr">
              <a:lnSpc>
                <a:spcPct val="110000"/>
              </a:lnSpc>
              <a:spcBef>
                <a:spcPts val="0"/>
              </a:spcBef>
              <a:spcAft>
                <a:spcPts val="0"/>
              </a:spcAft>
              <a:buNone/>
              <a:defRPr sz="1575" b="0">
                <a:solidFill>
                  <a:schemeClr val="tx1"/>
                </a:solidFill>
                <a:latin typeface="+mn-lt"/>
                <a:ea typeface="+mn-lt"/>
                <a:cs typeface="+mn-lt"/>
              </a:defRPr>
            </a:lvl2pPr>
            <a:lvl3pPr marL="0" indent="0" algn="ctr">
              <a:lnSpc>
                <a:spcPct val="110000"/>
              </a:lnSpc>
              <a:spcBef>
                <a:spcPts val="0"/>
              </a:spcBef>
              <a:spcAft>
                <a:spcPts val="0"/>
              </a:spcAft>
              <a:buNone/>
              <a:defRPr sz="1575" b="0">
                <a:solidFill>
                  <a:schemeClr val="tx1"/>
                </a:solidFill>
                <a:latin typeface="+mn-lt"/>
                <a:ea typeface="+mn-lt"/>
                <a:cs typeface="+mn-lt"/>
              </a:defRPr>
            </a:lvl3pPr>
            <a:lvl4pPr marL="0" indent="0" algn="ctr">
              <a:lnSpc>
                <a:spcPct val="110000"/>
              </a:lnSpc>
              <a:spcBef>
                <a:spcPts val="0"/>
              </a:spcBef>
              <a:spcAft>
                <a:spcPts val="0"/>
              </a:spcAft>
              <a:buNone/>
              <a:defRPr sz="1575" b="0">
                <a:solidFill>
                  <a:schemeClr val="tx1"/>
                </a:solidFill>
                <a:latin typeface="+mn-lt"/>
                <a:ea typeface="+mn-lt"/>
                <a:cs typeface="+mn-lt"/>
              </a:defRPr>
            </a:lvl4pPr>
            <a:lvl5pPr marL="0" indent="0" algn="ctr">
              <a:lnSpc>
                <a:spcPct val="110000"/>
              </a:lnSpc>
              <a:spcBef>
                <a:spcPts val="0"/>
              </a:spcBef>
              <a:spcAft>
                <a:spcPts val="0"/>
              </a:spcAft>
              <a:buNone/>
              <a:defRPr sz="1575" b="0">
                <a:solidFill>
                  <a:schemeClr val="tx1"/>
                </a:solidFill>
                <a:latin typeface="+mn-lt"/>
                <a:ea typeface="+mn-lt"/>
                <a:cs typeface="+mn-lt"/>
              </a:defRPr>
            </a:lvl5pPr>
            <a:lvl6pPr marL="0" indent="0" algn="ctr">
              <a:lnSpc>
                <a:spcPct val="110000"/>
              </a:lnSpc>
              <a:spcBef>
                <a:spcPts val="0"/>
              </a:spcBef>
              <a:spcAft>
                <a:spcPts val="0"/>
              </a:spcAft>
              <a:buNone/>
              <a:defRPr sz="1575" b="0">
                <a:solidFill>
                  <a:schemeClr val="tx1"/>
                </a:solidFill>
                <a:latin typeface="+mn-lt"/>
                <a:ea typeface="+mn-lt"/>
                <a:cs typeface="+mn-lt"/>
              </a:defRPr>
            </a:lvl6pPr>
            <a:lvl7pPr marL="0" indent="0" algn="ctr">
              <a:lnSpc>
                <a:spcPct val="110000"/>
              </a:lnSpc>
              <a:spcBef>
                <a:spcPts val="0"/>
              </a:spcBef>
              <a:spcAft>
                <a:spcPts val="0"/>
              </a:spcAft>
              <a:buNone/>
              <a:defRPr sz="1575" b="0">
                <a:solidFill>
                  <a:schemeClr val="tx1"/>
                </a:solidFill>
                <a:latin typeface="+mn-lt"/>
                <a:ea typeface="+mn-lt"/>
                <a:cs typeface="+mn-lt"/>
              </a:defRPr>
            </a:lvl7pPr>
            <a:lvl8pPr marL="0" indent="0" algn="ctr">
              <a:lnSpc>
                <a:spcPct val="110000"/>
              </a:lnSpc>
              <a:spcBef>
                <a:spcPts val="0"/>
              </a:spcBef>
              <a:spcAft>
                <a:spcPts val="0"/>
              </a:spcAft>
              <a:buNone/>
              <a:defRPr sz="1575" b="0">
                <a:solidFill>
                  <a:schemeClr val="tx1"/>
                </a:solidFill>
                <a:latin typeface="+mn-lt"/>
                <a:ea typeface="+mn-lt"/>
                <a:cs typeface="+mn-lt"/>
              </a:defRPr>
            </a:lvl8pPr>
            <a:lvl9pPr marL="0" indent="0" algn="ctr">
              <a:lnSpc>
                <a:spcPct val="110000"/>
              </a:lnSpc>
              <a:spcBef>
                <a:spcPts val="0"/>
              </a:spcBef>
              <a:spcAft>
                <a:spcPts val="0"/>
              </a:spcAft>
              <a:buNone/>
              <a:defRPr sz="1575"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992B36AD-F40C-489E-A8DA-ED410CAAE954}"/>
              </a:ext>
            </a:extLst>
          </p:cNvPr>
          <p:cNvSpPr>
            <a:spLocks xmlns:a="http://schemas.openxmlformats.org/drawingml/2006/main" noGrp="1"/>
          </p:cNvSpPr>
          <p:nvPr>
            <p:ph type="title" idx="0"/>
          </p:nvPr>
        </p:nvSpPr>
        <p:spPr>
          <a:xfrm xmlns:a="http://schemas.openxmlformats.org/drawingml/2006/main">
            <a:off x="914400" y="2143125"/>
            <a:ext cx="7315200" cy="8572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3150" b="1">
                <a:solidFill>
                  <a:schemeClr val="tx1"/>
                </a:solidFill>
                <a:latin typeface="+mj-lt"/>
                <a:ea typeface="+mj-lt"/>
                <a:cs typeface="+mj-lt"/>
              </a:defRPr>
            </a:defPPr>
            <a:lvl1pPr marL="0" indent="0" algn="ctr">
              <a:lnSpc>
                <a:spcPct val="110000"/>
              </a:lnSpc>
              <a:spcBef>
                <a:spcPts val="0"/>
              </a:spcBef>
              <a:spcAft>
                <a:spcPts val="0"/>
              </a:spcAft>
              <a:buNone/>
              <a:defRPr sz="3150" b="1">
                <a:solidFill>
                  <a:schemeClr val="tx1"/>
                </a:solidFill>
                <a:latin typeface="+mj-lt"/>
                <a:ea typeface="+mj-lt"/>
                <a:cs typeface="+mj-lt"/>
              </a:defRPr>
            </a:lvl1pPr>
            <a:lvl2pPr marL="0" indent="0" algn="ctr">
              <a:lnSpc>
                <a:spcPct val="110000"/>
              </a:lnSpc>
              <a:spcBef>
                <a:spcPts val="0"/>
              </a:spcBef>
              <a:spcAft>
                <a:spcPts val="0"/>
              </a:spcAft>
              <a:buNone/>
              <a:defRPr sz="3150" b="1">
                <a:solidFill>
                  <a:schemeClr val="tx1"/>
                </a:solidFill>
                <a:latin typeface="+mj-lt"/>
                <a:ea typeface="+mj-lt"/>
                <a:cs typeface="+mj-lt"/>
              </a:defRPr>
            </a:lvl2pPr>
            <a:lvl3pPr marL="0" indent="0" algn="ctr">
              <a:lnSpc>
                <a:spcPct val="110000"/>
              </a:lnSpc>
              <a:spcBef>
                <a:spcPts val="0"/>
              </a:spcBef>
              <a:spcAft>
                <a:spcPts val="0"/>
              </a:spcAft>
              <a:buNone/>
              <a:defRPr sz="3150" b="1">
                <a:solidFill>
                  <a:schemeClr val="tx1"/>
                </a:solidFill>
                <a:latin typeface="+mj-lt"/>
                <a:ea typeface="+mj-lt"/>
                <a:cs typeface="+mj-lt"/>
              </a:defRPr>
            </a:lvl3pPr>
            <a:lvl4pPr marL="0" indent="0" algn="ctr">
              <a:lnSpc>
                <a:spcPct val="110000"/>
              </a:lnSpc>
              <a:spcBef>
                <a:spcPts val="0"/>
              </a:spcBef>
              <a:spcAft>
                <a:spcPts val="0"/>
              </a:spcAft>
              <a:buNone/>
              <a:defRPr sz="3150" b="1">
                <a:solidFill>
                  <a:schemeClr val="tx1"/>
                </a:solidFill>
                <a:latin typeface="+mj-lt"/>
                <a:ea typeface="+mj-lt"/>
                <a:cs typeface="+mj-lt"/>
              </a:defRPr>
            </a:lvl4pPr>
            <a:lvl5pPr marL="0" indent="0" algn="ctr">
              <a:lnSpc>
                <a:spcPct val="110000"/>
              </a:lnSpc>
              <a:spcBef>
                <a:spcPts val="0"/>
              </a:spcBef>
              <a:spcAft>
                <a:spcPts val="0"/>
              </a:spcAft>
              <a:buNone/>
              <a:defRPr sz="3150" b="1">
                <a:solidFill>
                  <a:schemeClr val="tx1"/>
                </a:solidFill>
                <a:latin typeface="+mj-lt"/>
                <a:ea typeface="+mj-lt"/>
                <a:cs typeface="+mj-lt"/>
              </a:defRPr>
            </a:lvl5pPr>
            <a:lvl6pPr marL="0" indent="0" algn="ctr">
              <a:lnSpc>
                <a:spcPct val="110000"/>
              </a:lnSpc>
              <a:spcBef>
                <a:spcPts val="0"/>
              </a:spcBef>
              <a:spcAft>
                <a:spcPts val="0"/>
              </a:spcAft>
              <a:buNone/>
              <a:defRPr sz="3150" b="1">
                <a:solidFill>
                  <a:schemeClr val="tx1"/>
                </a:solidFill>
                <a:latin typeface="+mj-lt"/>
                <a:ea typeface="+mj-lt"/>
                <a:cs typeface="+mj-lt"/>
              </a:defRPr>
            </a:lvl6pPr>
            <a:lvl7pPr marL="0" indent="0" algn="ctr">
              <a:lnSpc>
                <a:spcPct val="110000"/>
              </a:lnSpc>
              <a:spcBef>
                <a:spcPts val="0"/>
              </a:spcBef>
              <a:spcAft>
                <a:spcPts val="0"/>
              </a:spcAft>
              <a:buNone/>
              <a:defRPr sz="3150" b="1">
                <a:solidFill>
                  <a:schemeClr val="tx1"/>
                </a:solidFill>
                <a:latin typeface="+mj-lt"/>
                <a:ea typeface="+mj-lt"/>
                <a:cs typeface="+mj-lt"/>
              </a:defRPr>
            </a:lvl7pPr>
            <a:lvl8pPr marL="0" indent="0" algn="ctr">
              <a:lnSpc>
                <a:spcPct val="110000"/>
              </a:lnSpc>
              <a:spcBef>
                <a:spcPts val="0"/>
              </a:spcBef>
              <a:spcAft>
                <a:spcPts val="0"/>
              </a:spcAft>
              <a:buNone/>
              <a:defRPr sz="3150" b="1">
                <a:solidFill>
                  <a:schemeClr val="tx1"/>
                </a:solidFill>
                <a:latin typeface="+mj-lt"/>
                <a:ea typeface="+mj-lt"/>
                <a:cs typeface="+mj-lt"/>
              </a:defRPr>
            </a:lvl8pPr>
            <a:lvl9pPr marL="0" indent="0" algn="ctr">
              <a:lnSpc>
                <a:spcPct val="110000"/>
              </a:lnSpc>
              <a:spcBef>
                <a:spcPts val="0"/>
              </a:spcBef>
              <a:spcAft>
                <a:spcPts val="0"/>
              </a:spcAft>
              <a:buNone/>
              <a:defRPr sz="315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E0945B9F-0B05-4574-9F41-A33F5F1C6229}"/>
              </a:ext>
            </a:extLst>
          </p:cNvPr>
          <p:cNvSpPr>
            <a:spLocks xmlns:a="http://schemas.openxmlformats.org/drawingml/2006/main" noGrp="1"/>
          </p:cNvSpPr>
          <p:nvPr>
            <p:ph type="title" idx="0"/>
          </p:nvPr>
        </p:nvSpPr>
        <p:spPr>
          <a:xfrm xmlns:a="http://schemas.openxmlformats.org/drawingml/2006/main">
            <a:off x="514350" y="400050"/>
            <a:ext cx="8115300" cy="6286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475" b="1">
                <a:solidFill>
                  <a:schemeClr val="tx1"/>
                </a:solidFill>
                <a:latin typeface="+mj-lt"/>
                <a:ea typeface="+mj-lt"/>
                <a:cs typeface="+mj-lt"/>
              </a:defRPr>
            </a:defPPr>
            <a:lvl1pPr marL="0" indent="0" algn="l">
              <a:lnSpc>
                <a:spcPct val="110000"/>
              </a:lnSpc>
              <a:spcBef>
                <a:spcPts val="0"/>
              </a:spcBef>
              <a:spcAft>
                <a:spcPts val="0"/>
              </a:spcAft>
              <a:buNone/>
              <a:defRPr sz="2475" b="1">
                <a:solidFill>
                  <a:schemeClr val="tx1"/>
                </a:solidFill>
                <a:latin typeface="+mj-lt"/>
                <a:ea typeface="+mj-lt"/>
                <a:cs typeface="+mj-lt"/>
              </a:defRPr>
            </a:lvl1pPr>
            <a:lvl2pPr marL="0" indent="0" algn="l">
              <a:lnSpc>
                <a:spcPct val="110000"/>
              </a:lnSpc>
              <a:spcBef>
                <a:spcPts val="0"/>
              </a:spcBef>
              <a:spcAft>
                <a:spcPts val="0"/>
              </a:spcAft>
              <a:buNone/>
              <a:defRPr sz="2475" b="1">
                <a:solidFill>
                  <a:schemeClr val="tx1"/>
                </a:solidFill>
                <a:latin typeface="+mj-lt"/>
                <a:ea typeface="+mj-lt"/>
                <a:cs typeface="+mj-lt"/>
              </a:defRPr>
            </a:lvl2pPr>
            <a:lvl3pPr marL="0" indent="0" algn="l">
              <a:lnSpc>
                <a:spcPct val="110000"/>
              </a:lnSpc>
              <a:spcBef>
                <a:spcPts val="0"/>
              </a:spcBef>
              <a:spcAft>
                <a:spcPts val="0"/>
              </a:spcAft>
              <a:buNone/>
              <a:defRPr sz="2475" b="1">
                <a:solidFill>
                  <a:schemeClr val="tx1"/>
                </a:solidFill>
                <a:latin typeface="+mj-lt"/>
                <a:ea typeface="+mj-lt"/>
                <a:cs typeface="+mj-lt"/>
              </a:defRPr>
            </a:lvl3pPr>
            <a:lvl4pPr marL="0" indent="0" algn="l">
              <a:lnSpc>
                <a:spcPct val="110000"/>
              </a:lnSpc>
              <a:spcBef>
                <a:spcPts val="0"/>
              </a:spcBef>
              <a:spcAft>
                <a:spcPts val="0"/>
              </a:spcAft>
              <a:buNone/>
              <a:defRPr sz="2475" b="1">
                <a:solidFill>
                  <a:schemeClr val="tx1"/>
                </a:solidFill>
                <a:latin typeface="+mj-lt"/>
                <a:ea typeface="+mj-lt"/>
                <a:cs typeface="+mj-lt"/>
              </a:defRPr>
            </a:lvl4pPr>
            <a:lvl5pPr marL="0" indent="0" algn="l">
              <a:lnSpc>
                <a:spcPct val="110000"/>
              </a:lnSpc>
              <a:spcBef>
                <a:spcPts val="0"/>
              </a:spcBef>
              <a:spcAft>
                <a:spcPts val="0"/>
              </a:spcAft>
              <a:buNone/>
              <a:defRPr sz="2475" b="1">
                <a:solidFill>
                  <a:schemeClr val="tx1"/>
                </a:solidFill>
                <a:latin typeface="+mj-lt"/>
                <a:ea typeface="+mj-lt"/>
                <a:cs typeface="+mj-lt"/>
              </a:defRPr>
            </a:lvl5pPr>
            <a:lvl6pPr marL="0" indent="0" algn="l">
              <a:lnSpc>
                <a:spcPct val="110000"/>
              </a:lnSpc>
              <a:spcBef>
                <a:spcPts val="0"/>
              </a:spcBef>
              <a:spcAft>
                <a:spcPts val="0"/>
              </a:spcAft>
              <a:buNone/>
              <a:defRPr sz="2475" b="1">
                <a:solidFill>
                  <a:schemeClr val="tx1"/>
                </a:solidFill>
                <a:latin typeface="+mj-lt"/>
                <a:ea typeface="+mj-lt"/>
                <a:cs typeface="+mj-lt"/>
              </a:defRPr>
            </a:lvl6pPr>
            <a:lvl7pPr marL="0" indent="0" algn="l">
              <a:lnSpc>
                <a:spcPct val="110000"/>
              </a:lnSpc>
              <a:spcBef>
                <a:spcPts val="0"/>
              </a:spcBef>
              <a:spcAft>
                <a:spcPts val="0"/>
              </a:spcAft>
              <a:buNone/>
              <a:defRPr sz="2475" b="1">
                <a:solidFill>
                  <a:schemeClr val="tx1"/>
                </a:solidFill>
                <a:latin typeface="+mj-lt"/>
                <a:ea typeface="+mj-lt"/>
                <a:cs typeface="+mj-lt"/>
              </a:defRPr>
            </a:lvl7pPr>
            <a:lvl8pPr marL="0" indent="0" algn="l">
              <a:lnSpc>
                <a:spcPct val="110000"/>
              </a:lnSpc>
              <a:spcBef>
                <a:spcPts val="0"/>
              </a:spcBef>
              <a:spcAft>
                <a:spcPts val="0"/>
              </a:spcAft>
              <a:buNone/>
              <a:defRPr sz="2475" b="1">
                <a:solidFill>
                  <a:schemeClr val="tx1"/>
                </a:solidFill>
                <a:latin typeface="+mj-lt"/>
                <a:ea typeface="+mj-lt"/>
                <a:cs typeface="+mj-lt"/>
              </a:defRPr>
            </a:lvl8pPr>
            <a:lvl9pPr marL="0" indent="0" algn="l">
              <a:lnSpc>
                <a:spcPct val="110000"/>
              </a:lnSpc>
              <a:spcBef>
                <a:spcPts val="0"/>
              </a:spcBef>
              <a:spcAft>
                <a:spcPts val="0"/>
              </a:spcAft>
              <a:buNone/>
              <a:defRPr sz="2475"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75F17FF5-0249-491A-A8A4-6A103B610902}"/>
              </a:ext>
            </a:extLst>
          </p:cNvPr>
          <p:cNvSpPr>
            <a:spLocks xmlns:a="http://schemas.openxmlformats.org/drawingml/2006/main" noGrp="1"/>
          </p:cNvSpPr>
          <p:nvPr>
            <p:ph type="body" idx="1"/>
          </p:nvPr>
        </p:nvSpPr>
        <p:spPr>
          <a:xfrm xmlns:a="http://schemas.openxmlformats.org/drawingml/2006/main">
            <a:off x="514350" y="1428750"/>
            <a:ext cx="8115300" cy="32004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1688" b="0">
                <a:solidFill>
                  <a:schemeClr val="tx1"/>
                </a:solidFill>
                <a:latin typeface="+mn-lt"/>
                <a:ea typeface="+mn-lt"/>
                <a:cs typeface="+mn-lt"/>
              </a:defRPr>
            </a:defPPr>
            <a:lvl1pPr marL="171450" indent="-171450" algn="l">
              <a:lnSpc>
                <a:spcPct val="110000"/>
              </a:lnSpc>
              <a:spcBef>
                <a:spcPts val="0"/>
              </a:spcBef>
              <a:spcAft>
                <a:spcPts val="900"/>
              </a:spcAft>
              <a:buChar char="•"/>
              <a:defRPr sz="1688" b="0">
                <a:solidFill>
                  <a:schemeClr val="tx1"/>
                </a:solidFill>
                <a:latin typeface="+mn-lt"/>
                <a:ea typeface="+mn-lt"/>
                <a:cs typeface="+mn-lt"/>
              </a:defRPr>
            </a:lvl1pPr>
            <a:lvl2pPr marL="400050" indent="-171450" algn="l">
              <a:lnSpc>
                <a:spcPct val="110000"/>
              </a:lnSpc>
              <a:spcBef>
                <a:spcPts val="0"/>
              </a:spcBef>
              <a:spcAft>
                <a:spcPts val="900"/>
              </a:spcAft>
              <a:buChar char="•"/>
              <a:defRPr sz="1688" b="0">
                <a:solidFill>
                  <a:schemeClr val="tx1"/>
                </a:solidFill>
                <a:latin typeface="+mn-lt"/>
                <a:ea typeface="+mn-lt"/>
                <a:cs typeface="+mn-lt"/>
              </a:defRPr>
            </a:lvl2pPr>
            <a:lvl3pPr marL="628650" indent="-171450" algn="l">
              <a:lnSpc>
                <a:spcPct val="110000"/>
              </a:lnSpc>
              <a:spcBef>
                <a:spcPts val="0"/>
              </a:spcBef>
              <a:spcAft>
                <a:spcPts val="900"/>
              </a:spcAft>
              <a:buChar char="•"/>
              <a:defRPr sz="1688" b="0">
                <a:solidFill>
                  <a:schemeClr val="tx1"/>
                </a:solidFill>
                <a:latin typeface="+mn-lt"/>
                <a:ea typeface="+mn-lt"/>
                <a:cs typeface="+mn-lt"/>
              </a:defRPr>
            </a:lvl3pPr>
            <a:lvl4pPr marL="857250" indent="-171450" algn="l">
              <a:lnSpc>
                <a:spcPct val="110000"/>
              </a:lnSpc>
              <a:spcBef>
                <a:spcPts val="0"/>
              </a:spcBef>
              <a:spcAft>
                <a:spcPts val="900"/>
              </a:spcAft>
              <a:buChar char="•"/>
              <a:defRPr sz="1688" b="0">
                <a:solidFill>
                  <a:schemeClr val="tx1"/>
                </a:solidFill>
                <a:latin typeface="+mn-lt"/>
                <a:ea typeface="+mn-lt"/>
                <a:cs typeface="+mn-lt"/>
              </a:defRPr>
            </a:lvl4pPr>
            <a:lvl5pPr marL="1085850" indent="-171450" algn="l">
              <a:lnSpc>
                <a:spcPct val="110000"/>
              </a:lnSpc>
              <a:spcBef>
                <a:spcPts val="0"/>
              </a:spcBef>
              <a:spcAft>
                <a:spcPts val="900"/>
              </a:spcAft>
              <a:buChar char="•"/>
              <a:defRPr sz="1688" b="0">
                <a:solidFill>
                  <a:schemeClr val="tx1"/>
                </a:solidFill>
                <a:latin typeface="+mn-lt"/>
                <a:ea typeface="+mn-lt"/>
                <a:cs typeface="+mn-lt"/>
              </a:defRPr>
            </a:lvl5pPr>
            <a:lvl6pPr marL="1314450" indent="-171450" algn="l">
              <a:lnSpc>
                <a:spcPct val="110000"/>
              </a:lnSpc>
              <a:spcBef>
                <a:spcPts val="0"/>
              </a:spcBef>
              <a:spcAft>
                <a:spcPts val="900"/>
              </a:spcAft>
              <a:buChar char="•"/>
              <a:defRPr sz="1688" b="0">
                <a:solidFill>
                  <a:schemeClr val="tx1"/>
                </a:solidFill>
                <a:latin typeface="+mn-lt"/>
                <a:ea typeface="+mn-lt"/>
                <a:cs typeface="+mn-lt"/>
              </a:defRPr>
            </a:lvl6pPr>
            <a:lvl7pPr marL="1543050" indent="-171450" algn="l">
              <a:lnSpc>
                <a:spcPct val="110000"/>
              </a:lnSpc>
              <a:spcBef>
                <a:spcPts val="0"/>
              </a:spcBef>
              <a:spcAft>
                <a:spcPts val="900"/>
              </a:spcAft>
              <a:buChar char="•"/>
              <a:defRPr sz="1688" b="0">
                <a:solidFill>
                  <a:schemeClr val="tx1"/>
                </a:solidFill>
                <a:latin typeface="+mn-lt"/>
                <a:ea typeface="+mn-lt"/>
                <a:cs typeface="+mn-lt"/>
              </a:defRPr>
            </a:lvl7pPr>
            <a:lvl8pPr marL="1771650" indent="-171450" algn="l">
              <a:lnSpc>
                <a:spcPct val="110000"/>
              </a:lnSpc>
              <a:spcBef>
                <a:spcPts val="0"/>
              </a:spcBef>
              <a:spcAft>
                <a:spcPts val="900"/>
              </a:spcAft>
              <a:buChar char="•"/>
              <a:defRPr sz="1688" b="0">
                <a:solidFill>
                  <a:schemeClr val="tx1"/>
                </a:solidFill>
                <a:latin typeface="+mn-lt"/>
                <a:ea typeface="+mn-lt"/>
                <a:cs typeface="+mn-lt"/>
              </a:defRPr>
            </a:lvl8pPr>
            <a:lvl9pPr marL="2000250" indent="-171450" algn="l">
              <a:lnSpc>
                <a:spcPct val="110000"/>
              </a:lnSpc>
              <a:spcBef>
                <a:spcPts val="0"/>
              </a:spcBef>
              <a:spcAft>
                <a:spcPts val="900"/>
              </a:spcAft>
              <a:buChar char="•"/>
              <a:defRPr sz="1688"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05169A68-F05F-4A5B-A86F-34847523C471}"/>
              </a:ext>
            </a:extLst>
          </p:cNvPr>
          <p:cNvSpPr>
            <a:spLocks xmlns:a="http://schemas.openxmlformats.org/drawingml/2006/main" noGrp="1"/>
          </p:cNvSpPr>
          <p:nvPr>
            <p:ph type="title" idx="0"/>
          </p:nvPr>
        </p:nvSpPr>
        <p:spPr>
          <a:xfrm xmlns:a="http://schemas.openxmlformats.org/drawingml/2006/main">
            <a:off x="514350" y="400050"/>
            <a:ext cx="8115300" cy="6286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475" b="1">
                <a:solidFill>
                  <a:schemeClr val="tx1"/>
                </a:solidFill>
                <a:latin typeface="+mj-lt"/>
                <a:ea typeface="+mj-lt"/>
                <a:cs typeface="+mj-lt"/>
              </a:defRPr>
            </a:defPPr>
            <a:lvl1pPr marL="0" indent="0" algn="l">
              <a:lnSpc>
                <a:spcPct val="110000"/>
              </a:lnSpc>
              <a:spcBef>
                <a:spcPts val="0"/>
              </a:spcBef>
              <a:spcAft>
                <a:spcPts val="0"/>
              </a:spcAft>
              <a:buNone/>
              <a:defRPr sz="2475" b="1">
                <a:solidFill>
                  <a:schemeClr val="tx1"/>
                </a:solidFill>
                <a:latin typeface="+mj-lt"/>
                <a:ea typeface="+mj-lt"/>
                <a:cs typeface="+mj-lt"/>
              </a:defRPr>
            </a:lvl1pPr>
            <a:lvl2pPr marL="0" indent="0" algn="l">
              <a:lnSpc>
                <a:spcPct val="110000"/>
              </a:lnSpc>
              <a:spcBef>
                <a:spcPts val="0"/>
              </a:spcBef>
              <a:spcAft>
                <a:spcPts val="0"/>
              </a:spcAft>
              <a:buNone/>
              <a:defRPr sz="2475" b="1">
                <a:solidFill>
                  <a:schemeClr val="tx1"/>
                </a:solidFill>
                <a:latin typeface="+mj-lt"/>
                <a:ea typeface="+mj-lt"/>
                <a:cs typeface="+mj-lt"/>
              </a:defRPr>
            </a:lvl2pPr>
            <a:lvl3pPr marL="0" indent="0" algn="l">
              <a:lnSpc>
                <a:spcPct val="110000"/>
              </a:lnSpc>
              <a:spcBef>
                <a:spcPts val="0"/>
              </a:spcBef>
              <a:spcAft>
                <a:spcPts val="0"/>
              </a:spcAft>
              <a:buNone/>
              <a:defRPr sz="2475" b="1">
                <a:solidFill>
                  <a:schemeClr val="tx1"/>
                </a:solidFill>
                <a:latin typeface="+mj-lt"/>
                <a:ea typeface="+mj-lt"/>
                <a:cs typeface="+mj-lt"/>
              </a:defRPr>
            </a:lvl3pPr>
            <a:lvl4pPr marL="0" indent="0" algn="l">
              <a:lnSpc>
                <a:spcPct val="110000"/>
              </a:lnSpc>
              <a:spcBef>
                <a:spcPts val="0"/>
              </a:spcBef>
              <a:spcAft>
                <a:spcPts val="0"/>
              </a:spcAft>
              <a:buNone/>
              <a:defRPr sz="2475" b="1">
                <a:solidFill>
                  <a:schemeClr val="tx1"/>
                </a:solidFill>
                <a:latin typeface="+mj-lt"/>
                <a:ea typeface="+mj-lt"/>
                <a:cs typeface="+mj-lt"/>
              </a:defRPr>
            </a:lvl4pPr>
            <a:lvl5pPr marL="0" indent="0" algn="l">
              <a:lnSpc>
                <a:spcPct val="110000"/>
              </a:lnSpc>
              <a:spcBef>
                <a:spcPts val="0"/>
              </a:spcBef>
              <a:spcAft>
                <a:spcPts val="0"/>
              </a:spcAft>
              <a:buNone/>
              <a:defRPr sz="2475" b="1">
                <a:solidFill>
                  <a:schemeClr val="tx1"/>
                </a:solidFill>
                <a:latin typeface="+mj-lt"/>
                <a:ea typeface="+mj-lt"/>
                <a:cs typeface="+mj-lt"/>
              </a:defRPr>
            </a:lvl5pPr>
            <a:lvl6pPr marL="0" indent="0" algn="l">
              <a:lnSpc>
                <a:spcPct val="110000"/>
              </a:lnSpc>
              <a:spcBef>
                <a:spcPts val="0"/>
              </a:spcBef>
              <a:spcAft>
                <a:spcPts val="0"/>
              </a:spcAft>
              <a:buNone/>
              <a:defRPr sz="2475" b="1">
                <a:solidFill>
                  <a:schemeClr val="tx1"/>
                </a:solidFill>
                <a:latin typeface="+mj-lt"/>
                <a:ea typeface="+mj-lt"/>
                <a:cs typeface="+mj-lt"/>
              </a:defRPr>
            </a:lvl6pPr>
            <a:lvl7pPr marL="0" indent="0" algn="l">
              <a:lnSpc>
                <a:spcPct val="110000"/>
              </a:lnSpc>
              <a:spcBef>
                <a:spcPts val="0"/>
              </a:spcBef>
              <a:spcAft>
                <a:spcPts val="0"/>
              </a:spcAft>
              <a:buNone/>
              <a:defRPr sz="2475" b="1">
                <a:solidFill>
                  <a:schemeClr val="tx1"/>
                </a:solidFill>
                <a:latin typeface="+mj-lt"/>
                <a:ea typeface="+mj-lt"/>
                <a:cs typeface="+mj-lt"/>
              </a:defRPr>
            </a:lvl7pPr>
            <a:lvl8pPr marL="0" indent="0" algn="l">
              <a:lnSpc>
                <a:spcPct val="110000"/>
              </a:lnSpc>
              <a:spcBef>
                <a:spcPts val="0"/>
              </a:spcBef>
              <a:spcAft>
                <a:spcPts val="0"/>
              </a:spcAft>
              <a:buNone/>
              <a:defRPr sz="2475" b="1">
                <a:solidFill>
                  <a:schemeClr val="tx1"/>
                </a:solidFill>
                <a:latin typeface="+mj-lt"/>
                <a:ea typeface="+mj-lt"/>
                <a:cs typeface="+mj-lt"/>
              </a:defRPr>
            </a:lvl8pPr>
            <a:lvl9pPr marL="0" indent="0" algn="l">
              <a:lnSpc>
                <a:spcPct val="110000"/>
              </a:lnSpc>
              <a:spcBef>
                <a:spcPts val="0"/>
              </a:spcBef>
              <a:spcAft>
                <a:spcPts val="0"/>
              </a:spcAft>
              <a:buNone/>
              <a:defRPr sz="2475"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7AAF962F-66B0-4C63-9A37-1ADFBE9526D0}"/>
              </a:ext>
            </a:extLst>
          </p:cNvPr>
          <p:cNvSpPr>
            <a:spLocks xmlns:a="http://schemas.openxmlformats.org/drawingml/2006/main" noGrp="1"/>
          </p:cNvSpPr>
          <p:nvPr>
            <p:ph type="body" idx="1"/>
          </p:nvPr>
        </p:nvSpPr>
        <p:spPr>
          <a:xfrm xmlns:a="http://schemas.openxmlformats.org/drawingml/2006/main">
            <a:off x="514350" y="1428750"/>
            <a:ext cx="3771900" cy="32004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1575" b="0">
                <a:solidFill>
                  <a:schemeClr val="tx1"/>
                </a:solidFill>
                <a:latin typeface="+mn-lt"/>
                <a:ea typeface="+mn-lt"/>
                <a:cs typeface="+mn-lt"/>
              </a:defRPr>
            </a:defPPr>
            <a:lvl1pPr marL="171450" indent="-171450" algn="l">
              <a:lnSpc>
                <a:spcPct val="110000"/>
              </a:lnSpc>
              <a:spcBef>
                <a:spcPts val="0"/>
              </a:spcBef>
              <a:spcAft>
                <a:spcPts val="900"/>
              </a:spcAft>
              <a:buChar char="•"/>
              <a:defRPr sz="1575" b="0">
                <a:solidFill>
                  <a:schemeClr val="tx1"/>
                </a:solidFill>
                <a:latin typeface="+mn-lt"/>
                <a:ea typeface="+mn-lt"/>
                <a:cs typeface="+mn-lt"/>
              </a:defRPr>
            </a:lvl1pPr>
            <a:lvl2pPr marL="400050" indent="-171450" algn="l">
              <a:lnSpc>
                <a:spcPct val="110000"/>
              </a:lnSpc>
              <a:spcBef>
                <a:spcPts val="0"/>
              </a:spcBef>
              <a:spcAft>
                <a:spcPts val="900"/>
              </a:spcAft>
              <a:buChar char="•"/>
              <a:defRPr sz="1575" b="0">
                <a:solidFill>
                  <a:schemeClr val="tx1"/>
                </a:solidFill>
                <a:latin typeface="+mn-lt"/>
                <a:ea typeface="+mn-lt"/>
                <a:cs typeface="+mn-lt"/>
              </a:defRPr>
            </a:lvl2pPr>
            <a:lvl3pPr marL="628650" indent="-171450" algn="l">
              <a:lnSpc>
                <a:spcPct val="110000"/>
              </a:lnSpc>
              <a:spcBef>
                <a:spcPts val="0"/>
              </a:spcBef>
              <a:spcAft>
                <a:spcPts val="900"/>
              </a:spcAft>
              <a:buChar char="•"/>
              <a:defRPr sz="1575" b="0">
                <a:solidFill>
                  <a:schemeClr val="tx1"/>
                </a:solidFill>
                <a:latin typeface="+mn-lt"/>
                <a:ea typeface="+mn-lt"/>
                <a:cs typeface="+mn-lt"/>
              </a:defRPr>
            </a:lvl3pPr>
            <a:lvl4pPr marL="857250" indent="-171450" algn="l">
              <a:lnSpc>
                <a:spcPct val="110000"/>
              </a:lnSpc>
              <a:spcBef>
                <a:spcPts val="0"/>
              </a:spcBef>
              <a:spcAft>
                <a:spcPts val="900"/>
              </a:spcAft>
              <a:buChar char="•"/>
              <a:defRPr sz="1575" b="0">
                <a:solidFill>
                  <a:schemeClr val="tx1"/>
                </a:solidFill>
                <a:latin typeface="+mn-lt"/>
                <a:ea typeface="+mn-lt"/>
                <a:cs typeface="+mn-lt"/>
              </a:defRPr>
            </a:lvl4pPr>
            <a:lvl5pPr marL="1085850" indent="-171450" algn="l">
              <a:lnSpc>
                <a:spcPct val="110000"/>
              </a:lnSpc>
              <a:spcBef>
                <a:spcPts val="0"/>
              </a:spcBef>
              <a:spcAft>
                <a:spcPts val="900"/>
              </a:spcAft>
              <a:buChar char="•"/>
              <a:defRPr sz="1575" b="0">
                <a:solidFill>
                  <a:schemeClr val="tx1"/>
                </a:solidFill>
                <a:latin typeface="+mn-lt"/>
                <a:ea typeface="+mn-lt"/>
                <a:cs typeface="+mn-lt"/>
              </a:defRPr>
            </a:lvl5pPr>
            <a:lvl6pPr marL="1314450" indent="-171450" algn="l">
              <a:lnSpc>
                <a:spcPct val="110000"/>
              </a:lnSpc>
              <a:spcBef>
                <a:spcPts val="0"/>
              </a:spcBef>
              <a:spcAft>
                <a:spcPts val="900"/>
              </a:spcAft>
              <a:buChar char="•"/>
              <a:defRPr sz="1575" b="0">
                <a:solidFill>
                  <a:schemeClr val="tx1"/>
                </a:solidFill>
                <a:latin typeface="+mn-lt"/>
                <a:ea typeface="+mn-lt"/>
                <a:cs typeface="+mn-lt"/>
              </a:defRPr>
            </a:lvl6pPr>
            <a:lvl7pPr marL="1543050" indent="-171450" algn="l">
              <a:lnSpc>
                <a:spcPct val="110000"/>
              </a:lnSpc>
              <a:spcBef>
                <a:spcPts val="0"/>
              </a:spcBef>
              <a:spcAft>
                <a:spcPts val="900"/>
              </a:spcAft>
              <a:buChar char="•"/>
              <a:defRPr sz="1575" b="0">
                <a:solidFill>
                  <a:schemeClr val="tx1"/>
                </a:solidFill>
                <a:latin typeface="+mn-lt"/>
                <a:ea typeface="+mn-lt"/>
                <a:cs typeface="+mn-lt"/>
              </a:defRPr>
            </a:lvl7pPr>
            <a:lvl8pPr marL="1771650" indent="-171450" algn="l">
              <a:lnSpc>
                <a:spcPct val="110000"/>
              </a:lnSpc>
              <a:spcBef>
                <a:spcPts val="0"/>
              </a:spcBef>
              <a:spcAft>
                <a:spcPts val="900"/>
              </a:spcAft>
              <a:buChar char="•"/>
              <a:defRPr sz="1575" b="0">
                <a:solidFill>
                  <a:schemeClr val="tx1"/>
                </a:solidFill>
                <a:latin typeface="+mn-lt"/>
                <a:ea typeface="+mn-lt"/>
                <a:cs typeface="+mn-lt"/>
              </a:defRPr>
            </a:lvl8pPr>
            <a:lvl9pPr marL="2000250" indent="-171450" algn="l">
              <a:lnSpc>
                <a:spcPct val="110000"/>
              </a:lnSpc>
              <a:spcBef>
                <a:spcPts val="0"/>
              </a:spcBef>
              <a:spcAft>
                <a:spcPts val="900"/>
              </a:spcAft>
              <a:buChar char="•"/>
              <a:defRPr sz="1575"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36F64EC0-B853-408F-97D0-C59E7E8139F4}"/>
              </a:ext>
            </a:extLst>
          </p:cNvPr>
          <p:cNvSpPr>
            <a:spLocks xmlns:a="http://schemas.openxmlformats.org/drawingml/2006/main" noGrp="1"/>
          </p:cNvSpPr>
          <p:nvPr>
            <p:ph type="body" idx="2"/>
          </p:nvPr>
        </p:nvSpPr>
        <p:spPr>
          <a:xfrm xmlns:a="http://schemas.openxmlformats.org/drawingml/2006/main">
            <a:off x="4857750" y="1428750"/>
            <a:ext cx="3771900" cy="32004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1575" b="0">
                <a:solidFill>
                  <a:schemeClr val="tx1"/>
                </a:solidFill>
                <a:latin typeface="+mn-lt"/>
                <a:ea typeface="+mn-lt"/>
                <a:cs typeface="+mn-lt"/>
              </a:defRPr>
            </a:defPPr>
            <a:lvl1pPr marL="171450" indent="-171450" algn="l">
              <a:lnSpc>
                <a:spcPct val="110000"/>
              </a:lnSpc>
              <a:spcBef>
                <a:spcPts val="0"/>
              </a:spcBef>
              <a:spcAft>
                <a:spcPts val="900"/>
              </a:spcAft>
              <a:buChar char="•"/>
              <a:defRPr sz="1575" b="0">
                <a:solidFill>
                  <a:schemeClr val="tx1"/>
                </a:solidFill>
                <a:latin typeface="+mn-lt"/>
                <a:ea typeface="+mn-lt"/>
                <a:cs typeface="+mn-lt"/>
              </a:defRPr>
            </a:lvl1pPr>
            <a:lvl2pPr marL="400050" indent="-171450" algn="l">
              <a:lnSpc>
                <a:spcPct val="110000"/>
              </a:lnSpc>
              <a:spcBef>
                <a:spcPts val="0"/>
              </a:spcBef>
              <a:spcAft>
                <a:spcPts val="900"/>
              </a:spcAft>
              <a:buChar char="•"/>
              <a:defRPr sz="1575" b="0">
                <a:solidFill>
                  <a:schemeClr val="tx1"/>
                </a:solidFill>
                <a:latin typeface="+mn-lt"/>
                <a:ea typeface="+mn-lt"/>
                <a:cs typeface="+mn-lt"/>
              </a:defRPr>
            </a:lvl2pPr>
            <a:lvl3pPr marL="628650" indent="-171450" algn="l">
              <a:lnSpc>
                <a:spcPct val="110000"/>
              </a:lnSpc>
              <a:spcBef>
                <a:spcPts val="0"/>
              </a:spcBef>
              <a:spcAft>
                <a:spcPts val="900"/>
              </a:spcAft>
              <a:buChar char="•"/>
              <a:defRPr sz="1575" b="0">
                <a:solidFill>
                  <a:schemeClr val="tx1"/>
                </a:solidFill>
                <a:latin typeface="+mn-lt"/>
                <a:ea typeface="+mn-lt"/>
                <a:cs typeface="+mn-lt"/>
              </a:defRPr>
            </a:lvl3pPr>
            <a:lvl4pPr marL="857250" indent="-171450" algn="l">
              <a:lnSpc>
                <a:spcPct val="110000"/>
              </a:lnSpc>
              <a:spcBef>
                <a:spcPts val="0"/>
              </a:spcBef>
              <a:spcAft>
                <a:spcPts val="900"/>
              </a:spcAft>
              <a:buChar char="•"/>
              <a:defRPr sz="1575" b="0">
                <a:solidFill>
                  <a:schemeClr val="tx1"/>
                </a:solidFill>
                <a:latin typeface="+mn-lt"/>
                <a:ea typeface="+mn-lt"/>
                <a:cs typeface="+mn-lt"/>
              </a:defRPr>
            </a:lvl4pPr>
            <a:lvl5pPr marL="1085850" indent="-171450" algn="l">
              <a:lnSpc>
                <a:spcPct val="110000"/>
              </a:lnSpc>
              <a:spcBef>
                <a:spcPts val="0"/>
              </a:spcBef>
              <a:spcAft>
                <a:spcPts val="900"/>
              </a:spcAft>
              <a:buChar char="•"/>
              <a:defRPr sz="1575" b="0">
                <a:solidFill>
                  <a:schemeClr val="tx1"/>
                </a:solidFill>
                <a:latin typeface="+mn-lt"/>
                <a:ea typeface="+mn-lt"/>
                <a:cs typeface="+mn-lt"/>
              </a:defRPr>
            </a:lvl5pPr>
            <a:lvl6pPr marL="1314450" indent="-171450" algn="l">
              <a:lnSpc>
                <a:spcPct val="110000"/>
              </a:lnSpc>
              <a:spcBef>
                <a:spcPts val="0"/>
              </a:spcBef>
              <a:spcAft>
                <a:spcPts val="900"/>
              </a:spcAft>
              <a:buChar char="•"/>
              <a:defRPr sz="1575" b="0">
                <a:solidFill>
                  <a:schemeClr val="tx1"/>
                </a:solidFill>
                <a:latin typeface="+mn-lt"/>
                <a:ea typeface="+mn-lt"/>
                <a:cs typeface="+mn-lt"/>
              </a:defRPr>
            </a:lvl6pPr>
            <a:lvl7pPr marL="1543050" indent="-171450" algn="l">
              <a:lnSpc>
                <a:spcPct val="110000"/>
              </a:lnSpc>
              <a:spcBef>
                <a:spcPts val="0"/>
              </a:spcBef>
              <a:spcAft>
                <a:spcPts val="900"/>
              </a:spcAft>
              <a:buChar char="•"/>
              <a:defRPr sz="1575" b="0">
                <a:solidFill>
                  <a:schemeClr val="tx1"/>
                </a:solidFill>
                <a:latin typeface="+mn-lt"/>
                <a:ea typeface="+mn-lt"/>
                <a:cs typeface="+mn-lt"/>
              </a:defRPr>
            </a:lvl7pPr>
            <a:lvl8pPr marL="1771650" indent="-171450" algn="l">
              <a:lnSpc>
                <a:spcPct val="110000"/>
              </a:lnSpc>
              <a:spcBef>
                <a:spcPts val="0"/>
              </a:spcBef>
              <a:spcAft>
                <a:spcPts val="900"/>
              </a:spcAft>
              <a:buChar char="•"/>
              <a:defRPr sz="1575" b="0">
                <a:solidFill>
                  <a:schemeClr val="tx1"/>
                </a:solidFill>
                <a:latin typeface="+mn-lt"/>
                <a:ea typeface="+mn-lt"/>
                <a:cs typeface="+mn-lt"/>
              </a:defRPr>
            </a:lvl8pPr>
            <a:lvl9pPr marL="2000250" indent="-171450" algn="l">
              <a:lnSpc>
                <a:spcPct val="110000"/>
              </a:lnSpc>
              <a:spcBef>
                <a:spcPts val="0"/>
              </a:spcBef>
              <a:spcAft>
                <a:spcPts val="900"/>
              </a:spcAft>
              <a:buChar char="•"/>
              <a:defRPr sz="1575"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12946AA8-EF54-42EF-B12F-83C46780F54B}"/>
              </a:ext>
            </a:extLst>
          </p:cNvPr>
          <p:cNvSpPr>
            <a:spLocks xmlns:a="http://schemas.openxmlformats.org/drawingml/2006/main" noGrp="1"/>
          </p:cNvSpPr>
          <p:nvPr>
            <p:ph type="title" idx="0"/>
          </p:nvPr>
        </p:nvSpPr>
        <p:spPr>
          <a:xfrm xmlns:a="http://schemas.openxmlformats.org/drawingml/2006/main">
            <a:off x="514350" y="400050"/>
            <a:ext cx="8115300" cy="6286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475" b="1">
                <a:solidFill>
                  <a:schemeClr val="tx1"/>
                </a:solidFill>
                <a:latin typeface="+mj-lt"/>
                <a:ea typeface="+mj-lt"/>
                <a:cs typeface="+mj-lt"/>
              </a:defRPr>
            </a:defPPr>
            <a:lvl1pPr marL="0" indent="0" algn="l">
              <a:lnSpc>
                <a:spcPct val="110000"/>
              </a:lnSpc>
              <a:spcBef>
                <a:spcPts val="0"/>
              </a:spcBef>
              <a:spcAft>
                <a:spcPts val="0"/>
              </a:spcAft>
              <a:buNone/>
              <a:defRPr sz="2475" b="1">
                <a:solidFill>
                  <a:schemeClr val="tx1"/>
                </a:solidFill>
                <a:latin typeface="+mj-lt"/>
                <a:ea typeface="+mj-lt"/>
                <a:cs typeface="+mj-lt"/>
              </a:defRPr>
            </a:lvl1pPr>
            <a:lvl2pPr marL="0" indent="0" algn="l">
              <a:lnSpc>
                <a:spcPct val="110000"/>
              </a:lnSpc>
              <a:spcBef>
                <a:spcPts val="0"/>
              </a:spcBef>
              <a:spcAft>
                <a:spcPts val="0"/>
              </a:spcAft>
              <a:buNone/>
              <a:defRPr sz="2475" b="1">
                <a:solidFill>
                  <a:schemeClr val="tx1"/>
                </a:solidFill>
                <a:latin typeface="+mj-lt"/>
                <a:ea typeface="+mj-lt"/>
                <a:cs typeface="+mj-lt"/>
              </a:defRPr>
            </a:lvl2pPr>
            <a:lvl3pPr marL="0" indent="0" algn="l">
              <a:lnSpc>
                <a:spcPct val="110000"/>
              </a:lnSpc>
              <a:spcBef>
                <a:spcPts val="0"/>
              </a:spcBef>
              <a:spcAft>
                <a:spcPts val="0"/>
              </a:spcAft>
              <a:buNone/>
              <a:defRPr sz="2475" b="1">
                <a:solidFill>
                  <a:schemeClr val="tx1"/>
                </a:solidFill>
                <a:latin typeface="+mj-lt"/>
                <a:ea typeface="+mj-lt"/>
                <a:cs typeface="+mj-lt"/>
              </a:defRPr>
            </a:lvl3pPr>
            <a:lvl4pPr marL="0" indent="0" algn="l">
              <a:lnSpc>
                <a:spcPct val="110000"/>
              </a:lnSpc>
              <a:spcBef>
                <a:spcPts val="0"/>
              </a:spcBef>
              <a:spcAft>
                <a:spcPts val="0"/>
              </a:spcAft>
              <a:buNone/>
              <a:defRPr sz="2475" b="1">
                <a:solidFill>
                  <a:schemeClr val="tx1"/>
                </a:solidFill>
                <a:latin typeface="+mj-lt"/>
                <a:ea typeface="+mj-lt"/>
                <a:cs typeface="+mj-lt"/>
              </a:defRPr>
            </a:lvl4pPr>
            <a:lvl5pPr marL="0" indent="0" algn="l">
              <a:lnSpc>
                <a:spcPct val="110000"/>
              </a:lnSpc>
              <a:spcBef>
                <a:spcPts val="0"/>
              </a:spcBef>
              <a:spcAft>
                <a:spcPts val="0"/>
              </a:spcAft>
              <a:buNone/>
              <a:defRPr sz="2475" b="1">
                <a:solidFill>
                  <a:schemeClr val="tx1"/>
                </a:solidFill>
                <a:latin typeface="+mj-lt"/>
                <a:ea typeface="+mj-lt"/>
                <a:cs typeface="+mj-lt"/>
              </a:defRPr>
            </a:lvl5pPr>
            <a:lvl6pPr marL="0" indent="0" algn="l">
              <a:lnSpc>
                <a:spcPct val="110000"/>
              </a:lnSpc>
              <a:spcBef>
                <a:spcPts val="0"/>
              </a:spcBef>
              <a:spcAft>
                <a:spcPts val="0"/>
              </a:spcAft>
              <a:buNone/>
              <a:defRPr sz="2475" b="1">
                <a:solidFill>
                  <a:schemeClr val="tx1"/>
                </a:solidFill>
                <a:latin typeface="+mj-lt"/>
                <a:ea typeface="+mj-lt"/>
                <a:cs typeface="+mj-lt"/>
              </a:defRPr>
            </a:lvl6pPr>
            <a:lvl7pPr marL="0" indent="0" algn="l">
              <a:lnSpc>
                <a:spcPct val="110000"/>
              </a:lnSpc>
              <a:spcBef>
                <a:spcPts val="0"/>
              </a:spcBef>
              <a:spcAft>
                <a:spcPts val="0"/>
              </a:spcAft>
              <a:buNone/>
              <a:defRPr sz="2475" b="1">
                <a:solidFill>
                  <a:schemeClr val="tx1"/>
                </a:solidFill>
                <a:latin typeface="+mj-lt"/>
                <a:ea typeface="+mj-lt"/>
                <a:cs typeface="+mj-lt"/>
              </a:defRPr>
            </a:lvl7pPr>
            <a:lvl8pPr marL="0" indent="0" algn="l">
              <a:lnSpc>
                <a:spcPct val="110000"/>
              </a:lnSpc>
              <a:spcBef>
                <a:spcPts val="0"/>
              </a:spcBef>
              <a:spcAft>
                <a:spcPts val="0"/>
              </a:spcAft>
              <a:buNone/>
              <a:defRPr sz="2475" b="1">
                <a:solidFill>
                  <a:schemeClr val="tx1"/>
                </a:solidFill>
                <a:latin typeface="+mj-lt"/>
                <a:ea typeface="+mj-lt"/>
                <a:cs typeface="+mj-lt"/>
              </a:defRPr>
            </a:lvl8pPr>
            <a:lvl9pPr marL="0" indent="0" algn="l">
              <a:lnSpc>
                <a:spcPct val="110000"/>
              </a:lnSpc>
              <a:spcBef>
                <a:spcPts val="0"/>
              </a:spcBef>
              <a:spcAft>
                <a:spcPts val="0"/>
              </a:spcAft>
              <a:buNone/>
              <a:defRPr sz="2475"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F25A671D-B049-43EF-9357-678BBD399CEE}"/>
              </a:ext>
            </a:extLst>
          </p:cNvPr>
          <p:cNvSpPr>
            <a:spLocks xmlns:a="http://schemas.openxmlformats.org/drawingml/2006/main" noGrp="1"/>
          </p:cNvSpPr>
          <p:nvPr>
            <p:ph type="body" idx="1"/>
          </p:nvPr>
        </p:nvSpPr>
        <p:spPr>
          <a:xfrm xmlns:a="http://schemas.openxmlformats.org/drawingml/2006/main">
            <a:off x="514350" y="1428750"/>
            <a:ext cx="3771900" cy="32004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1688" b="0">
                <a:solidFill>
                  <a:schemeClr val="tx1"/>
                </a:solidFill>
                <a:latin typeface="+mn-lt"/>
                <a:ea typeface="+mn-lt"/>
                <a:cs typeface="+mn-lt"/>
              </a:defRPr>
            </a:defPPr>
            <a:lvl1pPr marL="171450" indent="-171450" algn="l">
              <a:lnSpc>
                <a:spcPct val="110000"/>
              </a:lnSpc>
              <a:spcBef>
                <a:spcPts val="0"/>
              </a:spcBef>
              <a:spcAft>
                <a:spcPts val="900"/>
              </a:spcAft>
              <a:buChar char="•"/>
              <a:defRPr sz="1688" b="0">
                <a:solidFill>
                  <a:schemeClr val="tx1"/>
                </a:solidFill>
                <a:latin typeface="+mn-lt"/>
                <a:ea typeface="+mn-lt"/>
                <a:cs typeface="+mn-lt"/>
              </a:defRPr>
            </a:lvl1pPr>
            <a:lvl2pPr marL="400050" indent="-171450" algn="l">
              <a:lnSpc>
                <a:spcPct val="110000"/>
              </a:lnSpc>
              <a:spcBef>
                <a:spcPts val="0"/>
              </a:spcBef>
              <a:spcAft>
                <a:spcPts val="900"/>
              </a:spcAft>
              <a:buChar char="•"/>
              <a:defRPr sz="1688" b="0">
                <a:solidFill>
                  <a:schemeClr val="tx1"/>
                </a:solidFill>
                <a:latin typeface="+mn-lt"/>
                <a:ea typeface="+mn-lt"/>
                <a:cs typeface="+mn-lt"/>
              </a:defRPr>
            </a:lvl2pPr>
            <a:lvl3pPr marL="628650" indent="-171450" algn="l">
              <a:lnSpc>
                <a:spcPct val="110000"/>
              </a:lnSpc>
              <a:spcBef>
                <a:spcPts val="0"/>
              </a:spcBef>
              <a:spcAft>
                <a:spcPts val="900"/>
              </a:spcAft>
              <a:buChar char="•"/>
              <a:defRPr sz="1688" b="0">
                <a:solidFill>
                  <a:schemeClr val="tx1"/>
                </a:solidFill>
                <a:latin typeface="+mn-lt"/>
                <a:ea typeface="+mn-lt"/>
                <a:cs typeface="+mn-lt"/>
              </a:defRPr>
            </a:lvl3pPr>
            <a:lvl4pPr marL="857250" indent="-171450" algn="l">
              <a:lnSpc>
                <a:spcPct val="110000"/>
              </a:lnSpc>
              <a:spcBef>
                <a:spcPts val="0"/>
              </a:spcBef>
              <a:spcAft>
                <a:spcPts val="900"/>
              </a:spcAft>
              <a:buChar char="•"/>
              <a:defRPr sz="1688" b="0">
                <a:solidFill>
                  <a:schemeClr val="tx1"/>
                </a:solidFill>
                <a:latin typeface="+mn-lt"/>
                <a:ea typeface="+mn-lt"/>
                <a:cs typeface="+mn-lt"/>
              </a:defRPr>
            </a:lvl4pPr>
            <a:lvl5pPr marL="1085850" indent="-171450" algn="l">
              <a:lnSpc>
                <a:spcPct val="110000"/>
              </a:lnSpc>
              <a:spcBef>
                <a:spcPts val="0"/>
              </a:spcBef>
              <a:spcAft>
                <a:spcPts val="900"/>
              </a:spcAft>
              <a:buChar char="•"/>
              <a:defRPr sz="1688" b="0">
                <a:solidFill>
                  <a:schemeClr val="tx1"/>
                </a:solidFill>
                <a:latin typeface="+mn-lt"/>
                <a:ea typeface="+mn-lt"/>
                <a:cs typeface="+mn-lt"/>
              </a:defRPr>
            </a:lvl5pPr>
            <a:lvl6pPr marL="1314450" indent="-171450" algn="l">
              <a:lnSpc>
                <a:spcPct val="110000"/>
              </a:lnSpc>
              <a:spcBef>
                <a:spcPts val="0"/>
              </a:spcBef>
              <a:spcAft>
                <a:spcPts val="900"/>
              </a:spcAft>
              <a:buChar char="•"/>
              <a:defRPr sz="1688" b="0">
                <a:solidFill>
                  <a:schemeClr val="tx1"/>
                </a:solidFill>
                <a:latin typeface="+mn-lt"/>
                <a:ea typeface="+mn-lt"/>
                <a:cs typeface="+mn-lt"/>
              </a:defRPr>
            </a:lvl6pPr>
            <a:lvl7pPr marL="1543050" indent="-171450" algn="l">
              <a:lnSpc>
                <a:spcPct val="110000"/>
              </a:lnSpc>
              <a:spcBef>
                <a:spcPts val="0"/>
              </a:spcBef>
              <a:spcAft>
                <a:spcPts val="900"/>
              </a:spcAft>
              <a:buChar char="•"/>
              <a:defRPr sz="1688" b="0">
                <a:solidFill>
                  <a:schemeClr val="tx1"/>
                </a:solidFill>
                <a:latin typeface="+mn-lt"/>
                <a:ea typeface="+mn-lt"/>
                <a:cs typeface="+mn-lt"/>
              </a:defRPr>
            </a:lvl7pPr>
            <a:lvl8pPr marL="1771650" indent="-171450" algn="l">
              <a:lnSpc>
                <a:spcPct val="110000"/>
              </a:lnSpc>
              <a:spcBef>
                <a:spcPts val="0"/>
              </a:spcBef>
              <a:spcAft>
                <a:spcPts val="900"/>
              </a:spcAft>
              <a:buChar char="•"/>
              <a:defRPr sz="1688" b="0">
                <a:solidFill>
                  <a:schemeClr val="tx1"/>
                </a:solidFill>
                <a:latin typeface="+mn-lt"/>
                <a:ea typeface="+mn-lt"/>
                <a:cs typeface="+mn-lt"/>
              </a:defRPr>
            </a:lvl8pPr>
            <a:lvl9pPr marL="2000250" indent="-171450" algn="l">
              <a:lnSpc>
                <a:spcPct val="110000"/>
              </a:lnSpc>
              <a:spcBef>
                <a:spcPts val="0"/>
              </a:spcBef>
              <a:spcAft>
                <a:spcPts val="900"/>
              </a:spcAft>
              <a:buChar char="•"/>
              <a:defRPr sz="1688"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47ee849bac9047d9" /><Relationship Type="http://schemas.openxmlformats.org/officeDocument/2006/relationships/slideLayout" Target="/ppt/slideLayouts/slideLayout1.xml" Id="R38c147620ac7483c" /><Relationship Type="http://schemas.openxmlformats.org/officeDocument/2006/relationships/slideLayout" Target="/ppt/slideLayouts/slideLayout2.xml" Id="R8b0d082ddda745fa" /><Relationship Type="http://schemas.openxmlformats.org/officeDocument/2006/relationships/slideLayout" Target="/ppt/slideLayouts/slideLayout3.xml" Id="R6985259d34604318" /><Relationship Type="http://schemas.openxmlformats.org/officeDocument/2006/relationships/slideLayout" Target="/ppt/slideLayouts/slideLayout4.xml" Id="R694740b23f0245b5" /><Relationship Type="http://schemas.openxmlformats.org/officeDocument/2006/relationships/slideLayout" Target="/ppt/slideLayouts/slideLayout5.xml" Id="R27a264b2b1714435" /><Relationship Type="http://schemas.openxmlformats.org/officeDocument/2006/relationships/slideLayout" Target="/ppt/slideLayouts/slideLayout6.xml" Id="Re04080245365439c"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38c147620ac7483c"/>
    <p:sldLayoutId xmlns:r="http://schemas.openxmlformats.org/officeDocument/2006/relationships" id="2147483650" r:id="R8b0d082ddda745fa"/>
    <p:sldLayoutId xmlns:r="http://schemas.openxmlformats.org/officeDocument/2006/relationships" id="2147483651" r:id="R6985259d34604318"/>
    <p:sldLayoutId xmlns:r="http://schemas.openxmlformats.org/officeDocument/2006/relationships" id="2147483652" r:id="R694740b23f0245b5"/>
    <p:sldLayoutId xmlns:r="http://schemas.openxmlformats.org/officeDocument/2006/relationships" id="2147483653" r:id="R27a264b2b1714435"/>
    <p:sldLayoutId xmlns:r="http://schemas.openxmlformats.org/officeDocument/2006/relationships" id="2147483654" r:id="Re04080245365439c"/>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b9d017860cbf46ba" /><Relationship Type="http://schemas.openxmlformats.org/officeDocument/2006/relationships/image" Target="/ppt/media/image.png" Id="R73060d862187484b" /><Relationship Type="http://schemas.openxmlformats.org/officeDocument/2006/relationships/notesSlide" Target="/ppt/notesSlides/notesSlide1.xml" Id="R2b58075565fc4cf1"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ef172aacb7814e8c" /><Relationship Type="http://schemas.openxmlformats.org/officeDocument/2006/relationships/image" Target="/ppt/media/image2.png" Id="R7c1bc9a074464666" /><Relationship Type="http://schemas.openxmlformats.org/officeDocument/2006/relationships/chart" Target="/ppt/slides/charts/chart1.xml" Id="R304f751f75474dbd" /><Relationship Type="http://schemas.openxmlformats.org/officeDocument/2006/relationships/notesSlide" Target="/ppt/notesSlides/notesSlide2.xml" Id="Rc17a5b2033f54692"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85d9f532ab034c83" /><Relationship Type="http://schemas.openxmlformats.org/officeDocument/2006/relationships/image" Target="/ppt/media/image3.png" Id="R2a151c990d1e4625" /><Relationship Type="http://schemas.openxmlformats.org/officeDocument/2006/relationships/chart" Target="/ppt/slides/charts/chart2.xml" Id="R50c7d4b242594880" /><Relationship Type="http://schemas.openxmlformats.org/officeDocument/2006/relationships/notesSlide" Target="/ppt/notesSlides/notesSlide3.xml" Id="R2c3eba1c045d49c6"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05bcb196f1454fee" /><Relationship Type="http://schemas.openxmlformats.org/officeDocument/2006/relationships/image" Target="/ppt/media/image4.png" Id="Rcde0dc9a4f4648dd" /><Relationship Type="http://schemas.openxmlformats.org/officeDocument/2006/relationships/notesSlide" Target="/ppt/notesSlides/notesSlide4.xml" Id="Rce00dd7e12d740fe"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chart1.xml><?xml version="1.0" encoding="utf-8"?>
<c:chartSpace xmlns:c="http://schemas.openxmlformats.org/drawingml/2006/chart" xmlns:r="http://schemas.openxmlformats.org/officeDocument/2006/relationships">
  <c:lang val="en-US"/>
  <c:chart>
    <c:plotArea>
      <c:barChart>
        <c:barDir val="bar"/>
        <c:grouping val="clustered"/>
        <c:varyColors val="0"/>
        <c:ser>
          <c:idx val="0"/>
          <c:order val="0"/>
          <c:tx>
            <c:v>Websites</c:v>
          </c:tx>
          <c:spPr>
            <a:solidFill xmlns:a="http://schemas.openxmlformats.org/drawingml/2006/main">
              <a:srgbClr val="082779"/>
            </a:solidFill>
          </c:spPr>
          <c:invertIfNegative val="0"/>
          <c:cat>
            <c:strRef>
              <c:f>'Chart Data'!$A$2:$A$6</c:f>
              <c:strCache>
                <c:ptCount val="5"/>
                <c:pt idx="0">
                  <c:v>Heading order</c:v>
                </c:pt>
                <c:pt idx="1">
                  <c:v>Visible label / accessible name</c:v>
                </c:pt>
                <c:pt idx="2">
                  <c:v>Text contrast</c:v>
                </c:pt>
                <c:pt idx="3">
                  <c:v>Link names</c:v>
                </c:pt>
                <c:pt idx="4">
                  <c:v>List structure</c:v>
                </c:pt>
              </c:strCache>
            </c:strRef>
          </c:cat>
          <c:val>
            <c:numRef>
              <c:f>'Chart Data'!$B$2:$B$6</c:f>
              <c:numCache>
                <c:formatCode>General</c:formatCode>
                <c:ptCount val="5"/>
                <c:pt idx="0">
                  <c:v>4</c:v>
                </c:pt>
                <c:pt idx="1">
                  <c:v>4</c:v>
                </c:pt>
                <c:pt idx="2">
                  <c:v>2</c:v>
                </c:pt>
                <c:pt idx="3">
                  <c:v>2</c:v>
                </c:pt>
                <c:pt idx="4">
                  <c:v>2</c:v>
                </c:pt>
              </c:numCache>
            </c:numRef>
          </c:val>
        </c:ser>
        <c:dLbls>
          <c:txPr>
            <a:bodyPr xmlns:a="http://schemas.openxmlformats.org/drawingml/2006/main" anchorCtr="1"/>
            <a:lstStyle xmlns:a="http://schemas.openxmlformats.org/drawingml/2006/main"/>
            <a:p xmlns:a="http://schemas.openxmlformats.org/drawingml/2006/main">
              <a:pPr>
                <a:defRPr sz="1200" b="1">
                  <a:solidFill>
                    <a:srgbClr val="082779"/>
                  </a:solidFill>
                  <a:latin typeface="Arial"/>
                  <a:ea typeface="Arial"/>
                  <a:cs typeface="Arial"/>
                </a:defRPr>
              </a:pPr>
            </a:p>
          </c:txPr>
          <c:dLblPos val="outEnd"/>
          <c:showLegendKey val="0"/>
          <c:showVal val="1"/>
          <c:showCatName val="0"/>
          <c:showSerName val="0"/>
          <c:showPercent val="0"/>
          <c:showBubbleSize val="0"/>
          <c:showLeaderLines val="0"/>
        </c:dLbls>
        <c:gapWidth val="75"/>
        <c:axId val="48650112"/>
        <c:axId val="48672768"/>
      </c:barChart>
      <c:catAx>
        <c:axId val="48650112"/>
        <c:scaling>
          <c:orientation val="minMax"/>
        </c:scaling>
        <c:delete val="0"/>
        <c:axPos val="l"/>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050">
                <a:solidFill>
                  <a:srgbClr val="666666"/>
                </a:solidFill>
                <a:latin typeface="Arial"/>
                <a:ea typeface="Arial"/>
                <a:cs typeface="Arial"/>
              </a:defRPr>
            </a:pPr>
          </a:p>
        </c:txPr>
        <c:crossAx val="48672768"/>
      </c:catAx>
      <c:valAx>
        <c:axId val="48672768"/>
        <c:scaling>
          <c:orientation val="minMax"/>
          <c:max val="5"/>
          <c:min val="0"/>
        </c:scaling>
        <c:delete val="0"/>
        <c:axPos val="b"/>
        <c:majorGridlines>
          <c:spPr>
            <a:ln xmlns:a="http://schemas.openxmlformats.org/drawingml/2006/main" w="9525">
              <a:solidFill>
                <a:srgbClr val="D9E2E8"/>
              </a:solidFill>
              <a:prstDash val="solid"/>
            </a:ln>
          </c:spPr>
        </c:majorGridlines>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975">
                <a:solidFill>
                  <a:srgbClr val="666666"/>
                </a:solidFill>
                <a:latin typeface="Arial"/>
                <a:ea typeface="Arial"/>
                <a:cs typeface="Arial"/>
              </a:defRPr>
            </a:pPr>
          </a:p>
        </c:txPr>
        <c:crossAx val="48650112"/>
        <c:crossBetween val="between"/>
        <c:majorUnit val="1"/>
      </c:valAx>
    </c:plotArea>
    <c:plotVisOnly val="1"/>
  </c:chart>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barChart>
        <c:barDir val="bar"/>
        <c:grouping val="stacked"/>
        <c:varyColors val="0"/>
        <c:ser>
          <c:idx val="0"/>
          <c:order val="0"/>
          <c:tx>
            <c:v>Images</c:v>
          </c:tx>
          <c:spPr>
            <a:solidFill xmlns:a="http://schemas.openxmlformats.org/drawingml/2006/main">
              <a:srgbClr val="25B9C3"/>
            </a:solidFill>
          </c:spPr>
          <c:invertIfNegative val="0"/>
          <c:cat>
            <c:strRef>
              <c:f>'Chart Data'!$A$2:$A$11</c:f>
              <c:strCache>
                <c:ptCount val="10"/>
                <c:pt idx="0">
                  <c:v>DRK</c:v>
                </c:pt>
                <c:pt idx="1">
                  <c:v>Lebenshilfe</c:v>
                </c:pt>
                <c:pt idx="2">
                  <c:v>Johanniter</c:v>
                </c:pt>
                <c:pt idx="3">
                  <c:v>Caritas</c:v>
                </c:pt>
                <c:pt idx="4">
                  <c:v>Der Paritätische</c:v>
                </c:pt>
                <c:pt idx="5">
                  <c:v>Diakonie</c:v>
                </c:pt>
                <c:pt idx="6">
                  <c:v>Tafel</c:v>
                </c:pt>
                <c:pt idx="7">
                  <c:v>AWO</c:v>
                </c:pt>
                <c:pt idx="8">
                  <c:v>Malteser</c:v>
                </c:pt>
                <c:pt idx="9">
                  <c:v>Aktion Mensch</c:v>
                </c:pt>
              </c:strCache>
            </c:strRef>
          </c:cat>
          <c:val>
            <c:numRef>
              <c:f>'Chart Data'!$B$2:$B$11</c:f>
              <c:numCache>
                <c:formatCode>General</c:formatCode>
                <c:ptCount val="10"/>
                <c:pt idx="0">
                  <c:v>2.43</c:v>
                </c:pt>
                <c:pt idx="1">
                  <c:v>2.43</c:v>
                </c:pt>
                <c:pt idx="2">
                  <c:v>0.39</c:v>
                </c:pt>
                <c:pt idx="3">
                  <c:v>0.92</c:v>
                </c:pt>
                <c:pt idx="4">
                  <c:v>1.27</c:v>
                </c:pt>
                <c:pt idx="5">
                  <c:v>1.62</c:v>
                </c:pt>
                <c:pt idx="6">
                  <c:v>1.27</c:v>
                </c:pt>
                <c:pt idx="7">
                  <c:v>1.37</c:v>
                </c:pt>
                <c:pt idx="8">
                  <c:v>0.37</c:v>
                </c:pt>
                <c:pt idx="9">
                  <c:v>0.38</c:v>
                </c:pt>
              </c:numCache>
            </c:numRef>
          </c:val>
        </c:ser>
        <c:ser>
          <c:idx val="1"/>
          <c:order val="1"/>
          <c:tx>
            <c:v>Fonts</c:v>
          </c:tx>
          <c:spPr>
            <a:solidFill xmlns:a="http://schemas.openxmlformats.org/drawingml/2006/main">
              <a:srgbClr val="8B80B8"/>
            </a:solidFill>
          </c:spPr>
          <c:invertIfNegative val="0"/>
          <c:cat>
            <c:strRef>
              <c:f>'Chart Data'!$C$2:$C$11</c:f>
              <c:strCache>
                <c:ptCount val="10"/>
                <c:pt idx="0">
                  <c:v>DRK</c:v>
                </c:pt>
                <c:pt idx="1">
                  <c:v>Lebenshilfe</c:v>
                </c:pt>
                <c:pt idx="2">
                  <c:v>Johanniter</c:v>
                </c:pt>
                <c:pt idx="3">
                  <c:v>Caritas</c:v>
                </c:pt>
                <c:pt idx="4">
                  <c:v>Der Paritätische</c:v>
                </c:pt>
                <c:pt idx="5">
                  <c:v>Diakonie</c:v>
                </c:pt>
                <c:pt idx="6">
                  <c:v>Tafel</c:v>
                </c:pt>
                <c:pt idx="7">
                  <c:v>AWO</c:v>
                </c:pt>
                <c:pt idx="8">
                  <c:v>Malteser</c:v>
                </c:pt>
                <c:pt idx="9">
                  <c:v>Aktion Mensch</c:v>
                </c:pt>
              </c:strCache>
            </c:strRef>
          </c:cat>
          <c:val>
            <c:numRef>
              <c:f>'Chart Data'!$D$2:$D$11</c:f>
              <c:numCache>
                <c:formatCode>General</c:formatCode>
                <c:ptCount val="10"/>
                <c:pt idx="0">
                  <c:v>0.11</c:v>
                </c:pt>
                <c:pt idx="1">
                  <c:v>0.14</c:v>
                </c:pt>
                <c:pt idx="2">
                  <c:v>0.03</c:v>
                </c:pt>
                <c:pt idx="3">
                  <c:v>0.94</c:v>
                </c:pt>
                <c:pt idx="4">
                  <c:v>0.36</c:v>
                </c:pt>
                <c:pt idx="5">
                  <c:v>0</c:v>
                </c:pt>
                <c:pt idx="6">
                  <c:v>0.2</c:v>
                </c:pt>
                <c:pt idx="7">
                  <c:v>0.07</c:v>
                </c:pt>
                <c:pt idx="8">
                  <c:v>0.05</c:v>
                </c:pt>
                <c:pt idx="9">
                  <c:v>0.09</c:v>
                </c:pt>
              </c:numCache>
            </c:numRef>
          </c:val>
        </c:ser>
        <c:ser>
          <c:idx val="2"/>
          <c:order val="2"/>
          <c:tx>
            <c:v>JavaScript</c:v>
          </c:tx>
          <c:spPr>
            <a:solidFill xmlns:a="http://schemas.openxmlformats.org/drawingml/2006/main">
              <a:srgbClr val="EEA94A"/>
            </a:solidFill>
          </c:spPr>
          <c:invertIfNegative val="0"/>
          <c:cat>
            <c:strRef>
              <c:f>'Chart Data'!$E$2:$E$11</c:f>
              <c:strCache>
                <c:ptCount val="10"/>
                <c:pt idx="0">
                  <c:v>DRK</c:v>
                </c:pt>
                <c:pt idx="1">
                  <c:v>Lebenshilfe</c:v>
                </c:pt>
                <c:pt idx="2">
                  <c:v>Johanniter</c:v>
                </c:pt>
                <c:pt idx="3">
                  <c:v>Caritas</c:v>
                </c:pt>
                <c:pt idx="4">
                  <c:v>Der Paritätische</c:v>
                </c:pt>
                <c:pt idx="5">
                  <c:v>Diakonie</c:v>
                </c:pt>
                <c:pt idx="6">
                  <c:v>Tafel</c:v>
                </c:pt>
                <c:pt idx="7">
                  <c:v>AWO</c:v>
                </c:pt>
                <c:pt idx="8">
                  <c:v>Malteser</c:v>
                </c:pt>
                <c:pt idx="9">
                  <c:v>Aktion Mensch</c:v>
                </c:pt>
              </c:strCache>
            </c:strRef>
          </c:cat>
          <c:val>
            <c:numRef>
              <c:f>'Chart Data'!$F$2:$F$11</c:f>
              <c:numCache>
                <c:formatCode>General</c:formatCode>
                <c:ptCount val="10"/>
                <c:pt idx="0">
                  <c:v>0.54</c:v>
                </c:pt>
                <c:pt idx="1">
                  <c:v>0.48</c:v>
                </c:pt>
                <c:pt idx="2">
                  <c:v>2.1</c:v>
                </c:pt>
                <c:pt idx="3">
                  <c:v>0.39</c:v>
                </c:pt>
                <c:pt idx="4">
                  <c:v>0.21</c:v>
                </c:pt>
                <c:pt idx="5">
                  <c:v>0.31</c:v>
                </c:pt>
                <c:pt idx="6">
                  <c:v>0.25</c:v>
                </c:pt>
                <c:pt idx="7">
                  <c:v>0.22</c:v>
                </c:pt>
                <c:pt idx="8">
                  <c:v>0.84</c:v>
                </c:pt>
                <c:pt idx="9">
                  <c:v>0.52</c:v>
                </c:pt>
              </c:numCache>
            </c:numRef>
          </c:val>
        </c:ser>
        <c:ser>
          <c:idx val="3"/>
          <c:order val="3"/>
          <c:tx>
            <c:v>Other</c:v>
          </c:tx>
          <c:spPr>
            <a:solidFill xmlns:a="http://schemas.openxmlformats.org/drawingml/2006/main">
              <a:srgbClr val="BCC8D6"/>
            </a:solidFill>
          </c:spPr>
          <c:invertIfNegative val="0"/>
          <c:cat>
            <c:strRef>
              <c:f>'Chart Data'!$G$2:$G$11</c:f>
              <c:strCache>
                <c:ptCount val="10"/>
                <c:pt idx="0">
                  <c:v>DRK</c:v>
                </c:pt>
                <c:pt idx="1">
                  <c:v>Lebenshilfe</c:v>
                </c:pt>
                <c:pt idx="2">
                  <c:v>Johanniter</c:v>
                </c:pt>
                <c:pt idx="3">
                  <c:v>Caritas</c:v>
                </c:pt>
                <c:pt idx="4">
                  <c:v>Der Paritätische</c:v>
                </c:pt>
                <c:pt idx="5">
                  <c:v>Diakonie</c:v>
                </c:pt>
                <c:pt idx="6">
                  <c:v>Tafel</c:v>
                </c:pt>
                <c:pt idx="7">
                  <c:v>AWO</c:v>
                </c:pt>
                <c:pt idx="8">
                  <c:v>Malteser</c:v>
                </c:pt>
                <c:pt idx="9">
                  <c:v>Aktion Mensch</c:v>
                </c:pt>
              </c:strCache>
            </c:strRef>
          </c:cat>
          <c:val>
            <c:numRef>
              <c:f>'Chart Data'!$H$2:$H$11</c:f>
              <c:numCache>
                <c:formatCode>General</c:formatCode>
                <c:ptCount val="10"/>
                <c:pt idx="0">
                  <c:v>0.23</c:v>
                </c:pt>
                <c:pt idx="1">
                  <c:v>0.16</c:v>
                </c:pt>
                <c:pt idx="2">
                  <c:v>0.62</c:v>
                </c:pt>
                <c:pt idx="3">
                  <c:v>0.33</c:v>
                </c:pt>
                <c:pt idx="4">
                  <c:v>0.16</c:v>
                </c:pt>
                <c:pt idx="5">
                  <c:v>0.07</c:v>
                </c:pt>
                <c:pt idx="6">
                  <c:v>0.22</c:v>
                </c:pt>
                <c:pt idx="7">
                  <c:v>0.13</c:v>
                </c:pt>
                <c:pt idx="8">
                  <c:v>0.2</c:v>
                </c:pt>
                <c:pt idx="9">
                  <c:v>0.33</c:v>
                </c:pt>
              </c:numCache>
            </c:numRef>
          </c:val>
        </c:ser>
        <c:dLbls>
          <c:showLegendKey val="0"/>
          <c:showVal val="0"/>
          <c:showCatName val="0"/>
          <c:showSerName val="0"/>
          <c:showPercent val="0"/>
          <c:showBubbleSize val="0"/>
          <c:showLeaderLines val="0"/>
        </c:dLbls>
        <c:gapWidth val="45"/>
        <c:overlap val="100"/>
        <c:axId val="48650112"/>
        <c:axId val="48672768"/>
      </c:barChart>
      <c:catAx>
        <c:axId val="48650112"/>
        <c:scaling>
          <c:orientation val="minMax"/>
        </c:scaling>
        <c:delete val="0"/>
        <c:axPos val="l"/>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975">
                <a:solidFill>
                  <a:srgbClr val="666666"/>
                </a:solidFill>
                <a:latin typeface="Arial"/>
                <a:ea typeface="Arial"/>
                <a:cs typeface="Arial"/>
              </a:defRPr>
            </a:pPr>
          </a:p>
        </c:txPr>
        <c:crossAx val="48672768"/>
      </c:catAx>
      <c:valAx>
        <c:axId val="48672768"/>
        <c:scaling>
          <c:orientation val="minMax"/>
          <c:max val="3.5"/>
          <c:min val="0"/>
        </c:scaling>
        <c:delete val="0"/>
        <c:axPos val="b"/>
        <c:majorGridlines>
          <c:spPr>
            <a:ln xmlns:a="http://schemas.openxmlformats.org/drawingml/2006/main" w="9525">
              <a:solidFill>
                <a:srgbClr val="D9E2E8"/>
              </a:solidFill>
              <a:prstDash val="solid"/>
            </a:ln>
          </c:spPr>
        </c:majorGridlines>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900">
                <a:solidFill>
                  <a:srgbClr val="666666"/>
                </a:solidFill>
                <a:latin typeface="Arial"/>
                <a:ea typeface="Arial"/>
                <a:cs typeface="Arial"/>
              </a:defRPr>
            </a:pPr>
          </a:p>
        </c:txPr>
        <c:crossAx val="48650112"/>
        <c:crossBetween val="between"/>
        <c:majorUnit val="1"/>
      </c:valAx>
    </c:plotArea>
    <c:legend>
      <c:legendPos val="b"/>
      <c:overlay val="0"/>
      <c:txPr>
        <a:bodyPr xmlns:a="http://schemas.openxmlformats.org/drawingml/2006/main" anchorCtr="1"/>
        <a:lstStyle xmlns:a="http://schemas.openxmlformats.org/drawingml/2006/main"/>
        <a:p xmlns:a="http://schemas.openxmlformats.org/drawingml/2006/main">
          <a:pPr>
            <a:defRPr sz="900">
              <a:latin typeface="Arial"/>
              <a:ea typeface="Arial"/>
              <a:cs typeface="Arial"/>
            </a:defRPr>
          </a:pPr>
        </a:p>
      </c:txPr>
    </c:legend>
    <c:plotVisOnly val="1"/>
  </c:chart>
  <c:externalData r:id="rIdChartSnapshot1">
    <c:autoUpdate val="0"/>
  </c:externalData>
</c:chartSpace>
</file>

<file path=ppt/slides/slide1.xml><?xml version="1.0" encoding="utf-8"?>
<p:sld xmlns:p="http://schemas.openxmlformats.org/presentationml/2006/main">
  <p:cSld>
    <p:spTree>
      <p:nvGrpSpPr>
        <p:cNvPr id="1" name=""/>
        <p:cNvGrpSpPr/>
        <p:nvPr/>
      </p:nvGrpSpPr>
      <p:grpSpPr>
        <a:xfrm xmlns:a="http://schemas.openxmlformats.org/drawingml/2006/main"/>
      </p:grpSpPr>
      <p:pic>
        <p:nvPicPr>
          <p:cNvPr id="7" name="">
            <a:extLst xmlns:a="http://schemas.openxmlformats.org/drawingml/2006/main">
              <a:ext uri="{FF2B5EF4-FFF2-40B4-BE49-F238E27FC236}">
                <a16:creationId xmlns:a16="http://schemas.microsoft.com/office/drawing/2014/main" id="{B307840C-9CD2-42CC-8044-7079033E02CB}"/>
              </a:ext>
            </a:extLst>
          </p:cNvPr>
          <p:cNvPicPr>
            <a:picLocks xmlns:a="http://schemas.openxmlformats.org/drawingml/2006/main" noChangeAspect="1"/>
          </p:cNvPicPr>
          <p:nvPr/>
        </p:nvPicPr>
        <p:blipFill>
          <a:blip xmlns:r="http://schemas.openxmlformats.org/officeDocument/2006/relationships" xmlns:a="http://schemas.openxmlformats.org/drawingml/2006/main" r:embed="R73060d862187484b"/>
          <a:stretch xmlns:a="http://schemas.openxmlformats.org/drawingml/2006/main"/>
        </p:blipFill>
        <p:spPr>
          <a:xfrm xmlns:a="http://schemas.openxmlformats.org/drawingml/2006/main">
            <a:off x="0" y="0"/>
            <a:ext cx="9144000" cy="5143500"/>
          </a:xfrm>
          <a:prstGeom xmlns:a="http://schemas.openxmlformats.org/drawingml/2006/main" prst="rect">
            <a:avLst/>
          </a:prstGeom>
        </p:spPr>
      </p:pic>
      <p:sp>
        <p:nvSpPr>
          <p:cNvPr id="2" name="footer">
            <a:extLst xmlns:a="http://schemas.openxmlformats.org/drawingml/2006/main">
              <a:ext uri="{FF2B5EF4-FFF2-40B4-BE49-F238E27FC236}">
                <a16:creationId xmlns:a16="http://schemas.microsoft.com/office/drawing/2014/main" id="{6CB94A59-909B-4CC1-83A1-37C30197BEC9}"/>
              </a:ext>
            </a:extLst>
          </p:cNvPr>
          <p:cNvSpPr>
            <a:spLocks xmlns:a="http://schemas.openxmlformats.org/drawingml/2006/main" noGrp="1"/>
          </p:cNvSpPr>
          <p:nvPr/>
        </p:nvSpPr>
        <p:spPr>
          <a:xfrm xmlns:a="http://schemas.openxmlformats.org/drawingml/2006/main">
            <a:off x="361950" y="4829175"/>
            <a:ext cx="5905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900" b="0">
                <a:solidFill>
                  <a:srgbClr val="44566C"/>
                </a:solidFill>
                <a:latin typeface="Arial"/>
                <a:ea typeface="Arial"/>
                <a:cs typeface="Arial"/>
              </a:defRPr>
            </a:defPPr>
            <a:lvl1pPr>
              <a:defRPr sz="900" b="0">
                <a:solidFill>
                  <a:srgbClr val="44566C"/>
                </a:solidFill>
                <a:latin typeface="Arial"/>
                <a:ea typeface="Arial"/>
                <a:cs typeface="Arial"/>
              </a:defRPr>
            </a:lvl1pPr>
            <a:lvl2pPr>
              <a:defRPr sz="900" b="0">
                <a:solidFill>
                  <a:srgbClr val="44566C"/>
                </a:solidFill>
                <a:latin typeface="Arial"/>
                <a:ea typeface="Arial"/>
                <a:cs typeface="Arial"/>
              </a:defRPr>
            </a:lvl2pPr>
            <a:lvl3pPr>
              <a:defRPr sz="900" b="0">
                <a:solidFill>
                  <a:srgbClr val="44566C"/>
                </a:solidFill>
                <a:latin typeface="Arial"/>
                <a:ea typeface="Arial"/>
                <a:cs typeface="Arial"/>
              </a:defRPr>
            </a:lvl3pPr>
            <a:lvl4pPr>
              <a:defRPr sz="900" b="0">
                <a:solidFill>
                  <a:srgbClr val="44566C"/>
                </a:solidFill>
                <a:latin typeface="Arial"/>
                <a:ea typeface="Arial"/>
                <a:cs typeface="Arial"/>
              </a:defRPr>
            </a:lvl4pPr>
            <a:lvl5pPr>
              <a:defRPr sz="900" b="0">
                <a:solidFill>
                  <a:srgbClr val="44566C"/>
                </a:solidFill>
                <a:latin typeface="Arial"/>
                <a:ea typeface="Arial"/>
                <a:cs typeface="Arial"/>
              </a:defRPr>
            </a:lvl5pPr>
            <a:lvl6pPr>
              <a:defRPr sz="900" b="0">
                <a:solidFill>
                  <a:srgbClr val="44566C"/>
                </a:solidFill>
                <a:latin typeface="Arial"/>
                <a:ea typeface="Arial"/>
                <a:cs typeface="Arial"/>
              </a:defRPr>
            </a:lvl6pPr>
            <a:lvl7pPr>
              <a:defRPr sz="900" b="0">
                <a:solidFill>
                  <a:srgbClr val="44566C"/>
                </a:solidFill>
                <a:latin typeface="Arial"/>
                <a:ea typeface="Arial"/>
                <a:cs typeface="Arial"/>
              </a:defRPr>
            </a:lvl7pPr>
            <a:lvl8pPr>
              <a:defRPr sz="900" b="0">
                <a:solidFill>
                  <a:srgbClr val="44566C"/>
                </a:solidFill>
                <a:latin typeface="Arial"/>
                <a:ea typeface="Arial"/>
                <a:cs typeface="Arial"/>
              </a:defRPr>
            </a:lvl8pPr>
            <a:lvl9pPr>
              <a:defRPr sz="900" b="0">
                <a:solidFill>
                  <a:srgbClr val="44566C"/>
                </a:solidFill>
                <a:latin typeface="Arial"/>
                <a:ea typeface="Arial"/>
                <a:cs typeface="Arial"/>
              </a:defRPr>
            </a:lvl9pPr>
          </a:lstStyle>
          <a:p xmlns:a="http://schemas.openxmlformats.org/drawingml/2006/main">
            <a:pPr>
              <a:defRPr sz="900" b="0">
                <a:solidFill>
                  <a:srgbClr val="44566C"/>
                </a:solidFill>
                <a:latin typeface="Arial"/>
                <a:ea typeface="Arial"/>
                <a:cs typeface="Arial"/>
              </a:defRPr>
            </a:pPr>
            <a:r>
              <a:rPr sz="900" b="0">
                <a:solidFill>
                  <a:srgbClr val="44566C"/>
                </a:solidFill>
                <a:latin typeface="Arial"/>
                <a:ea typeface="Arial"/>
                <a:cs typeface="Arial"/>
              </a:rPr>
              <a:t>DSSG Berlin × DSSG NYC  ·  #DATATHON2026</a:t>
            </a:r>
          </a:p>
        </p:txBody>
      </p:sp>
      <p:sp>
        <p:nvSpPr>
          <p:cNvPr id="3" name="page">
            <a:extLst xmlns:a="http://schemas.openxmlformats.org/drawingml/2006/main">
              <a:ext uri="{FF2B5EF4-FFF2-40B4-BE49-F238E27FC236}">
                <a16:creationId xmlns:a16="http://schemas.microsoft.com/office/drawing/2014/main" id="{FDFEE14D-EAB7-4FF3-A678-7254262D8249}"/>
              </a:ext>
            </a:extLst>
          </p:cNvPr>
          <p:cNvSpPr>
            <a:spLocks xmlns:a="http://schemas.openxmlformats.org/drawingml/2006/main" noGrp="1"/>
          </p:cNvSpPr>
          <p:nvPr/>
        </p:nvSpPr>
        <p:spPr>
          <a:xfrm xmlns:a="http://schemas.openxmlformats.org/drawingml/2006/main">
            <a:off x="8334375" y="4829175"/>
            <a:ext cx="476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900" b="0">
                <a:solidFill>
                  <a:srgbClr val="44566C"/>
                </a:solidFill>
                <a:latin typeface="Arial"/>
                <a:ea typeface="Arial"/>
                <a:cs typeface="Arial"/>
              </a:defRPr>
            </a:defPPr>
            <a:lvl1pPr>
              <a:defRPr sz="900" b="0">
                <a:solidFill>
                  <a:srgbClr val="44566C"/>
                </a:solidFill>
                <a:latin typeface="Arial"/>
                <a:ea typeface="Arial"/>
                <a:cs typeface="Arial"/>
              </a:defRPr>
            </a:lvl1pPr>
            <a:lvl2pPr>
              <a:defRPr sz="900" b="0">
                <a:solidFill>
                  <a:srgbClr val="44566C"/>
                </a:solidFill>
                <a:latin typeface="Arial"/>
                <a:ea typeface="Arial"/>
                <a:cs typeface="Arial"/>
              </a:defRPr>
            </a:lvl2pPr>
            <a:lvl3pPr>
              <a:defRPr sz="900" b="0">
                <a:solidFill>
                  <a:srgbClr val="44566C"/>
                </a:solidFill>
                <a:latin typeface="Arial"/>
                <a:ea typeface="Arial"/>
                <a:cs typeface="Arial"/>
              </a:defRPr>
            </a:lvl3pPr>
            <a:lvl4pPr>
              <a:defRPr sz="900" b="0">
                <a:solidFill>
                  <a:srgbClr val="44566C"/>
                </a:solidFill>
                <a:latin typeface="Arial"/>
                <a:ea typeface="Arial"/>
                <a:cs typeface="Arial"/>
              </a:defRPr>
            </a:lvl4pPr>
            <a:lvl5pPr>
              <a:defRPr sz="900" b="0">
                <a:solidFill>
                  <a:srgbClr val="44566C"/>
                </a:solidFill>
                <a:latin typeface="Arial"/>
                <a:ea typeface="Arial"/>
                <a:cs typeface="Arial"/>
              </a:defRPr>
            </a:lvl5pPr>
            <a:lvl6pPr>
              <a:defRPr sz="900" b="0">
                <a:solidFill>
                  <a:srgbClr val="44566C"/>
                </a:solidFill>
                <a:latin typeface="Arial"/>
                <a:ea typeface="Arial"/>
                <a:cs typeface="Arial"/>
              </a:defRPr>
            </a:lvl6pPr>
            <a:lvl7pPr>
              <a:defRPr sz="900" b="0">
                <a:solidFill>
                  <a:srgbClr val="44566C"/>
                </a:solidFill>
                <a:latin typeface="Arial"/>
                <a:ea typeface="Arial"/>
                <a:cs typeface="Arial"/>
              </a:defRPr>
            </a:lvl7pPr>
            <a:lvl8pPr>
              <a:defRPr sz="900" b="0">
                <a:solidFill>
                  <a:srgbClr val="44566C"/>
                </a:solidFill>
                <a:latin typeface="Arial"/>
                <a:ea typeface="Arial"/>
                <a:cs typeface="Arial"/>
              </a:defRPr>
            </a:lvl8pPr>
            <a:lvl9pPr>
              <a:defRPr sz="900" b="0">
                <a:solidFill>
                  <a:srgbClr val="44566C"/>
                </a:solidFill>
                <a:latin typeface="Arial"/>
                <a:ea typeface="Arial"/>
                <a:cs typeface="Arial"/>
              </a:defRPr>
            </a:lvl9pPr>
          </a:lstStyle>
          <a:p xmlns:a="http://schemas.openxmlformats.org/drawingml/2006/main">
            <a:pPr>
              <a:defRPr sz="900" b="0">
                <a:solidFill>
                  <a:srgbClr val="44566C"/>
                </a:solidFill>
                <a:latin typeface="Arial"/>
                <a:ea typeface="Arial"/>
                <a:cs typeface="Arial"/>
              </a:defRPr>
            </a:pPr>
            <a:r>
              <a:rPr sz="900" b="0">
                <a:solidFill>
                  <a:srgbClr val="44566C"/>
                </a:solidFill>
                <a:latin typeface="Arial"/>
                <a:ea typeface="Arial"/>
                <a:cs typeface="Arial"/>
              </a:rPr>
              <a:t>1 / 4</a:t>
            </a:r>
          </a:p>
        </p:txBody>
      </p:sp>
      <p:sp>
        <p:nvSpPr>
          <p:cNvPr id="4" name="cover-title">
            <a:extLst xmlns:a="http://schemas.openxmlformats.org/drawingml/2006/main">
              <a:ext uri="{FF2B5EF4-FFF2-40B4-BE49-F238E27FC236}">
                <a16:creationId xmlns:a16="http://schemas.microsoft.com/office/drawing/2014/main" id="{79302607-EE28-4B5E-95F1-4C570A49775B}"/>
              </a:ext>
            </a:extLst>
          </p:cNvPr>
          <p:cNvSpPr>
            <a:spLocks xmlns:a="http://schemas.openxmlformats.org/drawingml/2006/main" noGrp="1"/>
          </p:cNvSpPr>
          <p:nvPr/>
        </p:nvSpPr>
        <p:spPr>
          <a:xfrm xmlns:a="http://schemas.openxmlformats.org/drawingml/2006/main">
            <a:off x="952500" y="1714500"/>
            <a:ext cx="685800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300" b="1">
                <a:solidFill>
                  <a:srgbClr val="082779"/>
                </a:solidFill>
                <a:latin typeface="Arial"/>
                <a:ea typeface="Arial"/>
                <a:cs typeface="Arial"/>
              </a:defRPr>
            </a:defPPr>
            <a:lvl1pPr>
              <a:defRPr sz="3300" b="1">
                <a:solidFill>
                  <a:srgbClr val="082779"/>
                </a:solidFill>
                <a:latin typeface="Arial"/>
                <a:ea typeface="Arial"/>
                <a:cs typeface="Arial"/>
              </a:defRPr>
            </a:lvl1pPr>
            <a:lvl2pPr>
              <a:defRPr sz="3300" b="1">
                <a:solidFill>
                  <a:srgbClr val="082779"/>
                </a:solidFill>
                <a:latin typeface="Arial"/>
                <a:ea typeface="Arial"/>
                <a:cs typeface="Arial"/>
              </a:defRPr>
            </a:lvl2pPr>
            <a:lvl3pPr>
              <a:defRPr sz="3300" b="1">
                <a:solidFill>
                  <a:srgbClr val="082779"/>
                </a:solidFill>
                <a:latin typeface="Arial"/>
                <a:ea typeface="Arial"/>
                <a:cs typeface="Arial"/>
              </a:defRPr>
            </a:lvl3pPr>
            <a:lvl4pPr>
              <a:defRPr sz="3300" b="1">
                <a:solidFill>
                  <a:srgbClr val="082779"/>
                </a:solidFill>
                <a:latin typeface="Arial"/>
                <a:ea typeface="Arial"/>
                <a:cs typeface="Arial"/>
              </a:defRPr>
            </a:lvl4pPr>
            <a:lvl5pPr>
              <a:defRPr sz="3300" b="1">
                <a:solidFill>
                  <a:srgbClr val="082779"/>
                </a:solidFill>
                <a:latin typeface="Arial"/>
                <a:ea typeface="Arial"/>
                <a:cs typeface="Arial"/>
              </a:defRPr>
            </a:lvl5pPr>
            <a:lvl6pPr>
              <a:defRPr sz="3300" b="1">
                <a:solidFill>
                  <a:srgbClr val="082779"/>
                </a:solidFill>
                <a:latin typeface="Arial"/>
                <a:ea typeface="Arial"/>
                <a:cs typeface="Arial"/>
              </a:defRPr>
            </a:lvl6pPr>
            <a:lvl7pPr>
              <a:defRPr sz="3300" b="1">
                <a:solidFill>
                  <a:srgbClr val="082779"/>
                </a:solidFill>
                <a:latin typeface="Arial"/>
                <a:ea typeface="Arial"/>
                <a:cs typeface="Arial"/>
              </a:defRPr>
            </a:lvl7pPr>
            <a:lvl8pPr>
              <a:defRPr sz="3300" b="1">
                <a:solidFill>
                  <a:srgbClr val="082779"/>
                </a:solidFill>
                <a:latin typeface="Arial"/>
                <a:ea typeface="Arial"/>
                <a:cs typeface="Arial"/>
              </a:defRPr>
            </a:lvl8pPr>
            <a:lvl9pPr>
              <a:defRPr sz="3300" b="1">
                <a:solidFill>
                  <a:srgbClr val="082779"/>
                </a:solidFill>
                <a:latin typeface="Arial"/>
                <a:ea typeface="Arial"/>
                <a:cs typeface="Arial"/>
              </a:defRPr>
            </a:lvl9pPr>
          </a:lstStyle>
          <a:p xmlns:a="http://schemas.openxmlformats.org/drawingml/2006/main">
            <a:pPr>
              <a:defRPr sz="3300" b="1">
                <a:solidFill>
                  <a:srgbClr val="082779"/>
                </a:solidFill>
                <a:latin typeface="Arial"/>
                <a:ea typeface="Arial"/>
                <a:cs typeface="Arial"/>
              </a:defRPr>
            </a:pPr>
            <a:r>
              <a:rPr sz="3300" b="1">
                <a:solidFill>
                  <a:srgbClr val="082779"/>
                </a:solidFill>
                <a:latin typeface="Arial"/>
                <a:ea typeface="Arial"/>
                <a:cs typeface="Arial"/>
              </a:rPr>
              <a:t>Making nonprofit</a:t>
            </a:r>
          </a:p>
          <a:p xmlns:a="http://schemas.openxmlformats.org/drawingml/2006/main">
            <a:pPr>
              <a:defRPr sz="3300" b="1">
                <a:solidFill>
                  <a:srgbClr val="082779"/>
                </a:solidFill>
                <a:latin typeface="Arial"/>
                <a:ea typeface="Arial"/>
                <a:cs typeface="Arial"/>
              </a:defRPr>
            </a:pPr>
            <a:r>
              <a:rPr sz="3300" b="1">
                <a:solidFill>
                  <a:srgbClr val="082779"/>
                </a:solidFill>
                <a:latin typeface="Arial"/>
                <a:ea typeface="Arial"/>
                <a:cs typeface="Arial"/>
              </a:rPr>
              <a:t>websites easier to use</a:t>
            </a:r>
          </a:p>
        </p:txBody>
      </p:sp>
      <p:sp>
        <p:nvSpPr>
          <p:cNvPr id="5" name="cover-subtitle">
            <a:extLst xmlns:a="http://schemas.openxmlformats.org/drawingml/2006/main">
              <a:ext uri="{FF2B5EF4-FFF2-40B4-BE49-F238E27FC236}">
                <a16:creationId xmlns:a16="http://schemas.microsoft.com/office/drawing/2014/main" id="{BD06ECAD-2EB2-410E-8BEF-3CCCCC9635D7}"/>
              </a:ext>
            </a:extLst>
          </p:cNvPr>
          <p:cNvSpPr>
            <a:spLocks xmlns:a="http://schemas.openxmlformats.org/drawingml/2006/main" noGrp="1"/>
          </p:cNvSpPr>
          <p:nvPr/>
        </p:nvSpPr>
        <p:spPr>
          <a:xfrm xmlns:a="http://schemas.openxmlformats.org/drawingml/2006/main">
            <a:off x="981075" y="2990850"/>
            <a:ext cx="66675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875" b="0">
                <a:solidFill>
                  <a:srgbClr val="44566C"/>
                </a:solidFill>
                <a:latin typeface="Arial"/>
                <a:ea typeface="Arial"/>
                <a:cs typeface="Arial"/>
              </a:defRPr>
            </a:defPPr>
            <a:lvl1pPr>
              <a:defRPr sz="1875" b="0">
                <a:solidFill>
                  <a:srgbClr val="44566C"/>
                </a:solidFill>
                <a:latin typeface="Arial"/>
                <a:ea typeface="Arial"/>
                <a:cs typeface="Arial"/>
              </a:defRPr>
            </a:lvl1pPr>
            <a:lvl2pPr>
              <a:defRPr sz="1875" b="0">
                <a:solidFill>
                  <a:srgbClr val="44566C"/>
                </a:solidFill>
                <a:latin typeface="Arial"/>
                <a:ea typeface="Arial"/>
                <a:cs typeface="Arial"/>
              </a:defRPr>
            </a:lvl2pPr>
            <a:lvl3pPr>
              <a:defRPr sz="1875" b="0">
                <a:solidFill>
                  <a:srgbClr val="44566C"/>
                </a:solidFill>
                <a:latin typeface="Arial"/>
                <a:ea typeface="Arial"/>
                <a:cs typeface="Arial"/>
              </a:defRPr>
            </a:lvl3pPr>
            <a:lvl4pPr>
              <a:defRPr sz="1875" b="0">
                <a:solidFill>
                  <a:srgbClr val="44566C"/>
                </a:solidFill>
                <a:latin typeface="Arial"/>
                <a:ea typeface="Arial"/>
                <a:cs typeface="Arial"/>
              </a:defRPr>
            </a:lvl4pPr>
            <a:lvl5pPr>
              <a:defRPr sz="1875" b="0">
                <a:solidFill>
                  <a:srgbClr val="44566C"/>
                </a:solidFill>
                <a:latin typeface="Arial"/>
                <a:ea typeface="Arial"/>
                <a:cs typeface="Arial"/>
              </a:defRPr>
            </a:lvl5pPr>
            <a:lvl6pPr>
              <a:defRPr sz="1875" b="0">
                <a:solidFill>
                  <a:srgbClr val="44566C"/>
                </a:solidFill>
                <a:latin typeface="Arial"/>
                <a:ea typeface="Arial"/>
                <a:cs typeface="Arial"/>
              </a:defRPr>
            </a:lvl6pPr>
            <a:lvl7pPr>
              <a:defRPr sz="1875" b="0">
                <a:solidFill>
                  <a:srgbClr val="44566C"/>
                </a:solidFill>
                <a:latin typeface="Arial"/>
                <a:ea typeface="Arial"/>
                <a:cs typeface="Arial"/>
              </a:defRPr>
            </a:lvl7pPr>
            <a:lvl8pPr>
              <a:defRPr sz="1875" b="0">
                <a:solidFill>
                  <a:srgbClr val="44566C"/>
                </a:solidFill>
                <a:latin typeface="Arial"/>
                <a:ea typeface="Arial"/>
                <a:cs typeface="Arial"/>
              </a:defRPr>
            </a:lvl8pPr>
            <a:lvl9pPr>
              <a:defRPr sz="1875" b="0">
                <a:solidFill>
                  <a:srgbClr val="44566C"/>
                </a:solidFill>
                <a:latin typeface="Arial"/>
                <a:ea typeface="Arial"/>
                <a:cs typeface="Arial"/>
              </a:defRPr>
            </a:lvl9pPr>
          </a:lstStyle>
          <a:p xmlns:a="http://schemas.openxmlformats.org/drawingml/2006/main">
            <a:pPr>
              <a:defRPr sz="1875" b="0">
                <a:solidFill>
                  <a:srgbClr val="44566C"/>
                </a:solidFill>
                <a:latin typeface="Arial"/>
                <a:ea typeface="Arial"/>
                <a:cs typeface="Arial"/>
              </a:defRPr>
            </a:pPr>
            <a:r>
              <a:rPr sz="1875" b="0">
                <a:solidFill>
                  <a:srgbClr val="44566C"/>
                </a:solidFill>
                <a:latin typeface="Arial"/>
                <a:ea typeface="Arial"/>
                <a:cs typeface="Arial"/>
              </a:rPr>
              <a:t>Page weight and accessibility</a:t>
            </a:r>
          </a:p>
          <a:p xmlns:a="http://schemas.openxmlformats.org/drawingml/2006/main">
            <a:pPr>
              <a:defRPr sz="1875" b="0">
                <a:solidFill>
                  <a:srgbClr val="44566C"/>
                </a:solidFill>
                <a:latin typeface="Arial"/>
                <a:ea typeface="Arial"/>
                <a:cs typeface="Arial"/>
              </a:defRPr>
            </a:pPr>
            <a:r>
              <a:rPr sz="1875" b="0">
                <a:solidFill>
                  <a:srgbClr val="44566C"/>
                </a:solidFill>
                <a:latin typeface="Arial"/>
                <a:ea typeface="Arial"/>
                <a:cs typeface="Arial"/>
              </a:rPr>
              <a:t>10 German social welfare organisations</a:t>
            </a:r>
          </a:p>
        </p:txBody>
      </p:sp>
      <p:sp>
        <p:nvSpPr>
          <p:cNvPr id="6" name="cover-date">
            <a:extLst xmlns:a="http://schemas.openxmlformats.org/drawingml/2006/main">
              <a:ext uri="{FF2B5EF4-FFF2-40B4-BE49-F238E27FC236}">
                <a16:creationId xmlns:a16="http://schemas.microsoft.com/office/drawing/2014/main" id="{3071E7FE-894D-40FC-8DC8-DBBA63BDDD76}"/>
              </a:ext>
            </a:extLst>
          </p:cNvPr>
          <p:cNvSpPr>
            <a:spLocks xmlns:a="http://schemas.openxmlformats.org/drawingml/2006/main" noGrp="1"/>
          </p:cNvSpPr>
          <p:nvPr/>
        </p:nvSpPr>
        <p:spPr>
          <a:xfrm xmlns:a="http://schemas.openxmlformats.org/drawingml/2006/main">
            <a:off x="981075" y="3905250"/>
            <a:ext cx="666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350" b="0">
                <a:solidFill>
                  <a:srgbClr val="44566C"/>
                </a:solidFill>
                <a:latin typeface="Arial"/>
                <a:ea typeface="Arial"/>
                <a:cs typeface="Arial"/>
              </a:defRPr>
            </a:defPPr>
            <a:lvl1pPr>
              <a:defRPr sz="1350" b="0">
                <a:solidFill>
                  <a:srgbClr val="44566C"/>
                </a:solidFill>
                <a:latin typeface="Arial"/>
                <a:ea typeface="Arial"/>
                <a:cs typeface="Arial"/>
              </a:defRPr>
            </a:lvl1pPr>
            <a:lvl2pPr>
              <a:defRPr sz="1350" b="0">
                <a:solidFill>
                  <a:srgbClr val="44566C"/>
                </a:solidFill>
                <a:latin typeface="Arial"/>
                <a:ea typeface="Arial"/>
                <a:cs typeface="Arial"/>
              </a:defRPr>
            </a:lvl2pPr>
            <a:lvl3pPr>
              <a:defRPr sz="1350" b="0">
                <a:solidFill>
                  <a:srgbClr val="44566C"/>
                </a:solidFill>
                <a:latin typeface="Arial"/>
                <a:ea typeface="Arial"/>
                <a:cs typeface="Arial"/>
              </a:defRPr>
            </a:lvl3pPr>
            <a:lvl4pPr>
              <a:defRPr sz="1350" b="0">
                <a:solidFill>
                  <a:srgbClr val="44566C"/>
                </a:solidFill>
                <a:latin typeface="Arial"/>
                <a:ea typeface="Arial"/>
                <a:cs typeface="Arial"/>
              </a:defRPr>
            </a:lvl4pPr>
            <a:lvl5pPr>
              <a:defRPr sz="1350" b="0">
                <a:solidFill>
                  <a:srgbClr val="44566C"/>
                </a:solidFill>
                <a:latin typeface="Arial"/>
                <a:ea typeface="Arial"/>
                <a:cs typeface="Arial"/>
              </a:defRPr>
            </a:lvl5pPr>
            <a:lvl6pPr>
              <a:defRPr sz="1350" b="0">
                <a:solidFill>
                  <a:srgbClr val="44566C"/>
                </a:solidFill>
                <a:latin typeface="Arial"/>
                <a:ea typeface="Arial"/>
                <a:cs typeface="Arial"/>
              </a:defRPr>
            </a:lvl6pPr>
            <a:lvl7pPr>
              <a:defRPr sz="1350" b="0">
                <a:solidFill>
                  <a:srgbClr val="44566C"/>
                </a:solidFill>
                <a:latin typeface="Arial"/>
                <a:ea typeface="Arial"/>
                <a:cs typeface="Arial"/>
              </a:defRPr>
            </a:lvl7pPr>
            <a:lvl8pPr>
              <a:defRPr sz="1350" b="0">
                <a:solidFill>
                  <a:srgbClr val="44566C"/>
                </a:solidFill>
                <a:latin typeface="Arial"/>
                <a:ea typeface="Arial"/>
                <a:cs typeface="Arial"/>
              </a:defRPr>
            </a:lvl8pPr>
            <a:lvl9pPr>
              <a:defRPr sz="1350" b="0">
                <a:solidFill>
                  <a:srgbClr val="44566C"/>
                </a:solidFill>
                <a:latin typeface="Arial"/>
                <a:ea typeface="Arial"/>
                <a:cs typeface="Arial"/>
              </a:defRPr>
            </a:lvl9pPr>
          </a:lstStyle>
          <a:p xmlns:a="http://schemas.openxmlformats.org/drawingml/2006/main">
            <a:pPr>
              <a:defRPr sz="1350" b="0">
                <a:solidFill>
                  <a:srgbClr val="44566C"/>
                </a:solidFill>
                <a:latin typeface="Arial"/>
                <a:ea typeface="Arial"/>
                <a:cs typeface="Arial"/>
              </a:defRPr>
            </a:pPr>
            <a:r>
              <a:rPr sz="1350" b="0">
                <a:solidFill>
                  <a:srgbClr val="44566C"/>
                </a:solidFill>
                <a:latin typeface="Arial"/>
                <a:ea typeface="Arial"/>
                <a:cs typeface="Arial"/>
              </a:rPr>
              <a:t>HTTP Archive · mobile observations · October 2026</a:t>
            </a:r>
          </a:p>
        </p:txBody>
      </p:sp>
    </p:spTree>
    <p:extLst>
      <p:ext uri="{BB962C8B-B14F-4D97-AF65-F5344CB8AC3E}">
        <p14:creationId xmlns:p14="http://schemas.microsoft.com/office/powerpoint/2010/main" val="267253197"/>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pic>
        <p:nvPicPr>
          <p:cNvPr id="11" name="">
            <a:extLst xmlns:a="http://schemas.openxmlformats.org/drawingml/2006/main">
              <a:ext uri="{FF2B5EF4-FFF2-40B4-BE49-F238E27FC236}">
                <a16:creationId xmlns:a16="http://schemas.microsoft.com/office/drawing/2014/main" id="{C7D96B94-DCA4-4F3E-8F46-F780756C36D5}"/>
              </a:ext>
            </a:extLst>
          </p:cNvPr>
          <p:cNvPicPr>
            <a:picLocks xmlns:a="http://schemas.openxmlformats.org/drawingml/2006/main" noChangeAspect="1"/>
          </p:cNvPicPr>
          <p:nvPr/>
        </p:nvPicPr>
        <p:blipFill>
          <a:blip xmlns:r="http://schemas.openxmlformats.org/officeDocument/2006/relationships" xmlns:a="http://schemas.openxmlformats.org/drawingml/2006/main" r:embed="R7c1bc9a074464666"/>
          <a:stretch xmlns:a="http://schemas.openxmlformats.org/drawingml/2006/main"/>
        </p:blipFill>
        <p:spPr>
          <a:xfrm xmlns:a="http://schemas.openxmlformats.org/drawingml/2006/main">
            <a:off x="0" y="0"/>
            <a:ext cx="9144000" cy="5143500"/>
          </a:xfrm>
          <a:prstGeom xmlns:a="http://schemas.openxmlformats.org/drawingml/2006/main" prst="rect">
            <a:avLst/>
          </a:prstGeom>
        </p:spPr>
      </p:pic>
      <p:sp>
        <p:nvSpPr>
          <p:cNvPr id="2" name="title">
            <a:extLst xmlns:a="http://schemas.openxmlformats.org/drawingml/2006/main">
              <a:ext uri="{FF2B5EF4-FFF2-40B4-BE49-F238E27FC236}">
                <a16:creationId xmlns:a16="http://schemas.microsoft.com/office/drawing/2014/main" id="{01EC4B6A-F479-442A-BA44-4D8C70A7BCFF}"/>
              </a:ext>
            </a:extLst>
          </p:cNvPr>
          <p:cNvSpPr>
            <a:spLocks xmlns:a="http://schemas.openxmlformats.org/drawingml/2006/main" noGrp="1"/>
          </p:cNvSpPr>
          <p:nvPr/>
        </p:nvSpPr>
        <p:spPr>
          <a:xfrm xmlns:a="http://schemas.openxmlformats.org/drawingml/2006/main">
            <a:off x="2000250" y="361950"/>
            <a:ext cx="3667125"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325" b="1">
                <a:solidFill>
                  <a:srgbClr val="44566C"/>
                </a:solidFill>
                <a:latin typeface="Arial"/>
                <a:ea typeface="Arial"/>
                <a:cs typeface="Arial"/>
              </a:defRPr>
            </a:defPPr>
            <a:lvl1pPr>
              <a:defRPr sz="2325" b="1">
                <a:solidFill>
                  <a:srgbClr val="44566C"/>
                </a:solidFill>
                <a:latin typeface="Arial"/>
                <a:ea typeface="Arial"/>
                <a:cs typeface="Arial"/>
              </a:defRPr>
            </a:lvl1pPr>
            <a:lvl2pPr>
              <a:defRPr sz="2325" b="1">
                <a:solidFill>
                  <a:srgbClr val="44566C"/>
                </a:solidFill>
                <a:latin typeface="Arial"/>
                <a:ea typeface="Arial"/>
                <a:cs typeface="Arial"/>
              </a:defRPr>
            </a:lvl2pPr>
            <a:lvl3pPr>
              <a:defRPr sz="2325" b="1">
                <a:solidFill>
                  <a:srgbClr val="44566C"/>
                </a:solidFill>
                <a:latin typeface="Arial"/>
                <a:ea typeface="Arial"/>
                <a:cs typeface="Arial"/>
              </a:defRPr>
            </a:lvl3pPr>
            <a:lvl4pPr>
              <a:defRPr sz="2325" b="1">
                <a:solidFill>
                  <a:srgbClr val="44566C"/>
                </a:solidFill>
                <a:latin typeface="Arial"/>
                <a:ea typeface="Arial"/>
                <a:cs typeface="Arial"/>
              </a:defRPr>
            </a:lvl4pPr>
            <a:lvl5pPr>
              <a:defRPr sz="2325" b="1">
                <a:solidFill>
                  <a:srgbClr val="44566C"/>
                </a:solidFill>
                <a:latin typeface="Arial"/>
                <a:ea typeface="Arial"/>
                <a:cs typeface="Arial"/>
              </a:defRPr>
            </a:lvl5pPr>
            <a:lvl6pPr>
              <a:defRPr sz="2325" b="1">
                <a:solidFill>
                  <a:srgbClr val="44566C"/>
                </a:solidFill>
                <a:latin typeface="Arial"/>
                <a:ea typeface="Arial"/>
                <a:cs typeface="Arial"/>
              </a:defRPr>
            </a:lvl6pPr>
            <a:lvl7pPr>
              <a:defRPr sz="2325" b="1">
                <a:solidFill>
                  <a:srgbClr val="44566C"/>
                </a:solidFill>
                <a:latin typeface="Arial"/>
                <a:ea typeface="Arial"/>
                <a:cs typeface="Arial"/>
              </a:defRPr>
            </a:lvl7pPr>
            <a:lvl8pPr>
              <a:defRPr sz="2325" b="1">
                <a:solidFill>
                  <a:srgbClr val="44566C"/>
                </a:solidFill>
                <a:latin typeface="Arial"/>
                <a:ea typeface="Arial"/>
                <a:cs typeface="Arial"/>
              </a:defRPr>
            </a:lvl8pPr>
            <a:lvl9pPr>
              <a:defRPr sz="2325" b="1">
                <a:solidFill>
                  <a:srgbClr val="44566C"/>
                </a:solidFill>
                <a:latin typeface="Arial"/>
                <a:ea typeface="Arial"/>
                <a:cs typeface="Arial"/>
              </a:defRPr>
            </a:lvl9pPr>
          </a:lstStyle>
          <a:p xmlns:a="http://schemas.openxmlformats.org/drawingml/2006/main">
            <a:pPr>
              <a:defRPr sz="2325" b="1">
                <a:solidFill>
                  <a:srgbClr val="44566C"/>
                </a:solidFill>
                <a:latin typeface="Arial"/>
                <a:ea typeface="Arial"/>
                <a:cs typeface="Arial"/>
              </a:defRPr>
            </a:pPr>
            <a:r>
              <a:rPr sz="2325" b="1">
                <a:solidFill>
                  <a:srgbClr val="44566C"/>
                </a:solidFill>
                <a:latin typeface="Arial"/>
                <a:ea typeface="Arial"/>
                <a:cs typeface="Arial"/>
              </a:rPr>
              <a:t>Potential barriers</a:t>
            </a:r>
          </a:p>
        </p:txBody>
      </p:sp>
      <p:sp>
        <p:nvSpPr>
          <p:cNvPr id="3" name="footer">
            <a:extLst xmlns:a="http://schemas.openxmlformats.org/drawingml/2006/main">
              <a:ext uri="{FF2B5EF4-FFF2-40B4-BE49-F238E27FC236}">
                <a16:creationId xmlns:a16="http://schemas.microsoft.com/office/drawing/2014/main" id="{5880CDEE-FF97-44CF-A191-17D535503598}"/>
              </a:ext>
            </a:extLst>
          </p:cNvPr>
          <p:cNvSpPr>
            <a:spLocks xmlns:a="http://schemas.openxmlformats.org/drawingml/2006/main" noGrp="1"/>
          </p:cNvSpPr>
          <p:nvPr/>
        </p:nvSpPr>
        <p:spPr>
          <a:xfrm xmlns:a="http://schemas.openxmlformats.org/drawingml/2006/main">
            <a:off x="361950" y="4829175"/>
            <a:ext cx="5905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900" b="0">
                <a:solidFill>
                  <a:srgbClr val="44566C"/>
                </a:solidFill>
                <a:latin typeface="Arial"/>
                <a:ea typeface="Arial"/>
                <a:cs typeface="Arial"/>
              </a:defRPr>
            </a:defPPr>
            <a:lvl1pPr>
              <a:defRPr sz="900" b="0">
                <a:solidFill>
                  <a:srgbClr val="44566C"/>
                </a:solidFill>
                <a:latin typeface="Arial"/>
                <a:ea typeface="Arial"/>
                <a:cs typeface="Arial"/>
              </a:defRPr>
            </a:lvl1pPr>
            <a:lvl2pPr>
              <a:defRPr sz="900" b="0">
                <a:solidFill>
                  <a:srgbClr val="44566C"/>
                </a:solidFill>
                <a:latin typeface="Arial"/>
                <a:ea typeface="Arial"/>
                <a:cs typeface="Arial"/>
              </a:defRPr>
            </a:lvl2pPr>
            <a:lvl3pPr>
              <a:defRPr sz="900" b="0">
                <a:solidFill>
                  <a:srgbClr val="44566C"/>
                </a:solidFill>
                <a:latin typeface="Arial"/>
                <a:ea typeface="Arial"/>
                <a:cs typeface="Arial"/>
              </a:defRPr>
            </a:lvl3pPr>
            <a:lvl4pPr>
              <a:defRPr sz="900" b="0">
                <a:solidFill>
                  <a:srgbClr val="44566C"/>
                </a:solidFill>
                <a:latin typeface="Arial"/>
                <a:ea typeface="Arial"/>
                <a:cs typeface="Arial"/>
              </a:defRPr>
            </a:lvl4pPr>
            <a:lvl5pPr>
              <a:defRPr sz="900" b="0">
                <a:solidFill>
                  <a:srgbClr val="44566C"/>
                </a:solidFill>
                <a:latin typeface="Arial"/>
                <a:ea typeface="Arial"/>
                <a:cs typeface="Arial"/>
              </a:defRPr>
            </a:lvl5pPr>
            <a:lvl6pPr>
              <a:defRPr sz="900" b="0">
                <a:solidFill>
                  <a:srgbClr val="44566C"/>
                </a:solidFill>
                <a:latin typeface="Arial"/>
                <a:ea typeface="Arial"/>
                <a:cs typeface="Arial"/>
              </a:defRPr>
            </a:lvl6pPr>
            <a:lvl7pPr>
              <a:defRPr sz="900" b="0">
                <a:solidFill>
                  <a:srgbClr val="44566C"/>
                </a:solidFill>
                <a:latin typeface="Arial"/>
                <a:ea typeface="Arial"/>
                <a:cs typeface="Arial"/>
              </a:defRPr>
            </a:lvl7pPr>
            <a:lvl8pPr>
              <a:defRPr sz="900" b="0">
                <a:solidFill>
                  <a:srgbClr val="44566C"/>
                </a:solidFill>
                <a:latin typeface="Arial"/>
                <a:ea typeface="Arial"/>
                <a:cs typeface="Arial"/>
              </a:defRPr>
            </a:lvl8pPr>
            <a:lvl9pPr>
              <a:defRPr sz="900" b="0">
                <a:solidFill>
                  <a:srgbClr val="44566C"/>
                </a:solidFill>
                <a:latin typeface="Arial"/>
                <a:ea typeface="Arial"/>
                <a:cs typeface="Arial"/>
              </a:defRPr>
            </a:lvl9pPr>
          </a:lstStyle>
          <a:p xmlns:a="http://schemas.openxmlformats.org/drawingml/2006/main">
            <a:pPr>
              <a:defRPr sz="900" b="0">
                <a:solidFill>
                  <a:srgbClr val="44566C"/>
                </a:solidFill>
                <a:latin typeface="Arial"/>
                <a:ea typeface="Arial"/>
                <a:cs typeface="Arial"/>
              </a:defRPr>
            </a:pPr>
            <a:r>
              <a:rPr sz="900" b="0">
                <a:solidFill>
                  <a:srgbClr val="44566C"/>
                </a:solidFill>
                <a:latin typeface="Arial"/>
                <a:ea typeface="Arial"/>
                <a:cs typeface="Arial"/>
              </a:rPr>
              <a:t>DSSG Berlin × DSSG NYC  ·  #DATATHON2026</a:t>
            </a:r>
          </a:p>
        </p:txBody>
      </p:sp>
      <p:sp>
        <p:nvSpPr>
          <p:cNvPr id="4" name="page">
            <a:extLst xmlns:a="http://schemas.openxmlformats.org/drawingml/2006/main">
              <a:ext uri="{FF2B5EF4-FFF2-40B4-BE49-F238E27FC236}">
                <a16:creationId xmlns:a16="http://schemas.microsoft.com/office/drawing/2014/main" id="{FB3F3B1F-0A5C-42C3-9E2F-FA10A6636E5F}"/>
              </a:ext>
            </a:extLst>
          </p:cNvPr>
          <p:cNvSpPr>
            <a:spLocks xmlns:a="http://schemas.openxmlformats.org/drawingml/2006/main" noGrp="1"/>
          </p:cNvSpPr>
          <p:nvPr/>
        </p:nvSpPr>
        <p:spPr>
          <a:xfrm xmlns:a="http://schemas.openxmlformats.org/drawingml/2006/main">
            <a:off x="8334375" y="4829175"/>
            <a:ext cx="476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900" b="0">
                <a:solidFill>
                  <a:srgbClr val="44566C"/>
                </a:solidFill>
                <a:latin typeface="Arial"/>
                <a:ea typeface="Arial"/>
                <a:cs typeface="Arial"/>
              </a:defRPr>
            </a:defPPr>
            <a:lvl1pPr>
              <a:defRPr sz="900" b="0">
                <a:solidFill>
                  <a:srgbClr val="44566C"/>
                </a:solidFill>
                <a:latin typeface="Arial"/>
                <a:ea typeface="Arial"/>
                <a:cs typeface="Arial"/>
              </a:defRPr>
            </a:lvl1pPr>
            <a:lvl2pPr>
              <a:defRPr sz="900" b="0">
                <a:solidFill>
                  <a:srgbClr val="44566C"/>
                </a:solidFill>
                <a:latin typeface="Arial"/>
                <a:ea typeface="Arial"/>
                <a:cs typeface="Arial"/>
              </a:defRPr>
            </a:lvl2pPr>
            <a:lvl3pPr>
              <a:defRPr sz="900" b="0">
                <a:solidFill>
                  <a:srgbClr val="44566C"/>
                </a:solidFill>
                <a:latin typeface="Arial"/>
                <a:ea typeface="Arial"/>
                <a:cs typeface="Arial"/>
              </a:defRPr>
            </a:lvl3pPr>
            <a:lvl4pPr>
              <a:defRPr sz="900" b="0">
                <a:solidFill>
                  <a:srgbClr val="44566C"/>
                </a:solidFill>
                <a:latin typeface="Arial"/>
                <a:ea typeface="Arial"/>
                <a:cs typeface="Arial"/>
              </a:defRPr>
            </a:lvl4pPr>
            <a:lvl5pPr>
              <a:defRPr sz="900" b="0">
                <a:solidFill>
                  <a:srgbClr val="44566C"/>
                </a:solidFill>
                <a:latin typeface="Arial"/>
                <a:ea typeface="Arial"/>
                <a:cs typeface="Arial"/>
              </a:defRPr>
            </a:lvl5pPr>
            <a:lvl6pPr>
              <a:defRPr sz="900" b="0">
                <a:solidFill>
                  <a:srgbClr val="44566C"/>
                </a:solidFill>
                <a:latin typeface="Arial"/>
                <a:ea typeface="Arial"/>
                <a:cs typeface="Arial"/>
              </a:defRPr>
            </a:lvl6pPr>
            <a:lvl7pPr>
              <a:defRPr sz="900" b="0">
                <a:solidFill>
                  <a:srgbClr val="44566C"/>
                </a:solidFill>
                <a:latin typeface="Arial"/>
                <a:ea typeface="Arial"/>
                <a:cs typeface="Arial"/>
              </a:defRPr>
            </a:lvl7pPr>
            <a:lvl8pPr>
              <a:defRPr sz="900" b="0">
                <a:solidFill>
                  <a:srgbClr val="44566C"/>
                </a:solidFill>
                <a:latin typeface="Arial"/>
                <a:ea typeface="Arial"/>
                <a:cs typeface="Arial"/>
              </a:defRPr>
            </a:lvl8pPr>
            <a:lvl9pPr>
              <a:defRPr sz="900" b="0">
                <a:solidFill>
                  <a:srgbClr val="44566C"/>
                </a:solidFill>
                <a:latin typeface="Arial"/>
                <a:ea typeface="Arial"/>
                <a:cs typeface="Arial"/>
              </a:defRPr>
            </a:lvl9pPr>
          </a:lstStyle>
          <a:p xmlns:a="http://schemas.openxmlformats.org/drawingml/2006/main">
            <a:pPr>
              <a:defRPr sz="900" b="0">
                <a:solidFill>
                  <a:srgbClr val="44566C"/>
                </a:solidFill>
                <a:latin typeface="Arial"/>
                <a:ea typeface="Arial"/>
                <a:cs typeface="Arial"/>
              </a:defRPr>
            </a:pPr>
            <a:r>
              <a:rPr sz="900" b="0">
                <a:solidFill>
                  <a:srgbClr val="44566C"/>
                </a:solidFill>
                <a:latin typeface="Arial"/>
                <a:ea typeface="Arial"/>
                <a:cs typeface="Arial"/>
              </a:rPr>
              <a:t>2 / 4</a:t>
            </a:r>
          </a:p>
        </p:txBody>
      </p:sp>
      <p:sp>
        <p:nvSpPr>
          <p:cNvPr id="5" name="problem">
            <a:extLst xmlns:a="http://schemas.openxmlformats.org/drawingml/2006/main">
              <a:ext uri="{FF2B5EF4-FFF2-40B4-BE49-F238E27FC236}">
                <a16:creationId xmlns:a16="http://schemas.microsoft.com/office/drawing/2014/main" id="{46348FB9-5869-4376-B751-8BE3F9224AC4}"/>
              </a:ext>
            </a:extLst>
          </p:cNvPr>
          <p:cNvSpPr>
            <a:spLocks xmlns:a="http://schemas.openxmlformats.org/drawingml/2006/main" noGrp="1"/>
          </p:cNvSpPr>
          <p:nvPr/>
        </p:nvSpPr>
        <p:spPr>
          <a:xfrm xmlns:a="http://schemas.openxmlformats.org/drawingml/2006/main">
            <a:off x="619125" y="1428750"/>
            <a:ext cx="352425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800" b="1">
                <a:solidFill>
                  <a:srgbClr val="44566C"/>
                </a:solidFill>
                <a:latin typeface="Arial"/>
                <a:ea typeface="Arial"/>
                <a:cs typeface="Arial"/>
              </a:defRPr>
            </a:defPPr>
            <a:lvl1pPr>
              <a:defRPr sz="1800" b="1">
                <a:solidFill>
                  <a:srgbClr val="44566C"/>
                </a:solidFill>
                <a:latin typeface="Arial"/>
                <a:ea typeface="Arial"/>
                <a:cs typeface="Arial"/>
              </a:defRPr>
            </a:lvl1pPr>
            <a:lvl2pPr>
              <a:defRPr sz="1800" b="1">
                <a:solidFill>
                  <a:srgbClr val="44566C"/>
                </a:solidFill>
                <a:latin typeface="Arial"/>
                <a:ea typeface="Arial"/>
                <a:cs typeface="Arial"/>
              </a:defRPr>
            </a:lvl2pPr>
            <a:lvl3pPr>
              <a:defRPr sz="1800" b="1">
                <a:solidFill>
                  <a:srgbClr val="44566C"/>
                </a:solidFill>
                <a:latin typeface="Arial"/>
                <a:ea typeface="Arial"/>
                <a:cs typeface="Arial"/>
              </a:defRPr>
            </a:lvl3pPr>
            <a:lvl4pPr>
              <a:defRPr sz="1800" b="1">
                <a:solidFill>
                  <a:srgbClr val="44566C"/>
                </a:solidFill>
                <a:latin typeface="Arial"/>
                <a:ea typeface="Arial"/>
                <a:cs typeface="Arial"/>
              </a:defRPr>
            </a:lvl4pPr>
            <a:lvl5pPr>
              <a:defRPr sz="1800" b="1">
                <a:solidFill>
                  <a:srgbClr val="44566C"/>
                </a:solidFill>
                <a:latin typeface="Arial"/>
                <a:ea typeface="Arial"/>
                <a:cs typeface="Arial"/>
              </a:defRPr>
            </a:lvl5pPr>
            <a:lvl6pPr>
              <a:defRPr sz="1800" b="1">
                <a:solidFill>
                  <a:srgbClr val="44566C"/>
                </a:solidFill>
                <a:latin typeface="Arial"/>
                <a:ea typeface="Arial"/>
                <a:cs typeface="Arial"/>
              </a:defRPr>
            </a:lvl6pPr>
            <a:lvl7pPr>
              <a:defRPr sz="1800" b="1">
                <a:solidFill>
                  <a:srgbClr val="44566C"/>
                </a:solidFill>
                <a:latin typeface="Arial"/>
                <a:ea typeface="Arial"/>
                <a:cs typeface="Arial"/>
              </a:defRPr>
            </a:lvl7pPr>
            <a:lvl8pPr>
              <a:defRPr sz="1800" b="1">
                <a:solidFill>
                  <a:srgbClr val="44566C"/>
                </a:solidFill>
                <a:latin typeface="Arial"/>
                <a:ea typeface="Arial"/>
                <a:cs typeface="Arial"/>
              </a:defRPr>
            </a:lvl8pPr>
            <a:lvl9pPr>
              <a:defRPr sz="1800" b="1">
                <a:solidFill>
                  <a:srgbClr val="44566C"/>
                </a:solidFill>
                <a:latin typeface="Arial"/>
                <a:ea typeface="Arial"/>
                <a:cs typeface="Arial"/>
              </a:defRPr>
            </a:lvl9pPr>
          </a:lstStyle>
          <a:p xmlns:a="http://schemas.openxmlformats.org/drawingml/2006/main">
            <a:pPr>
              <a:defRPr sz="1800" b="1">
                <a:solidFill>
                  <a:srgbClr val="44566C"/>
                </a:solidFill>
                <a:latin typeface="Arial"/>
                <a:ea typeface="Arial"/>
                <a:cs typeface="Arial"/>
              </a:defRPr>
            </a:pPr>
            <a:r>
              <a:rPr sz="1800" b="1">
                <a:solidFill>
                  <a:srgbClr val="44566C"/>
                </a:solidFill>
                <a:latin typeface="Arial"/>
                <a:ea typeface="Arial"/>
                <a:cs typeface="Arial"/>
              </a:rPr>
              <a:t>People seeking help need</a:t>
            </a:r>
          </a:p>
          <a:p xmlns:a="http://schemas.openxmlformats.org/drawingml/2006/main">
            <a:pPr>
              <a:defRPr sz="1800" b="1">
                <a:solidFill>
                  <a:srgbClr val="44566C"/>
                </a:solidFill>
                <a:latin typeface="Arial"/>
                <a:ea typeface="Arial"/>
                <a:cs typeface="Arial"/>
              </a:defRPr>
            </a:pPr>
            <a:r>
              <a:rPr sz="1800" b="1">
                <a:solidFill>
                  <a:srgbClr val="44566C"/>
                </a:solidFill>
                <a:latin typeface="Arial"/>
                <a:ea typeface="Arial"/>
                <a:cs typeface="Arial"/>
              </a:rPr>
              <a:t>readable text, clear controls</a:t>
            </a:r>
          </a:p>
          <a:p xmlns:a="http://schemas.openxmlformats.org/drawingml/2006/main">
            <a:pPr>
              <a:defRPr sz="1800" b="1">
                <a:solidFill>
                  <a:srgbClr val="44566C"/>
                </a:solidFill>
                <a:latin typeface="Arial"/>
                <a:ea typeface="Arial"/>
                <a:cs typeface="Arial"/>
              </a:defRPr>
            </a:pPr>
            <a:r>
              <a:rPr sz="1800" b="1">
                <a:solidFill>
                  <a:srgbClr val="44566C"/>
                </a:solidFill>
                <a:latin typeface="Arial"/>
                <a:ea typeface="Arial"/>
                <a:cs typeface="Arial"/>
              </a:rPr>
              <a:t>and manageable downloads</a:t>
            </a:r>
          </a:p>
        </p:txBody>
      </p:sp>
      <p:sp>
        <p:nvSpPr>
          <p:cNvPr id="6" name="stat">
            <a:extLst xmlns:a="http://schemas.openxmlformats.org/drawingml/2006/main">
              <a:ext uri="{FF2B5EF4-FFF2-40B4-BE49-F238E27FC236}">
                <a16:creationId xmlns:a16="http://schemas.microsoft.com/office/drawing/2014/main" id="{8273B927-B8C1-4D2B-AEEF-E496C52BBEF2}"/>
              </a:ext>
            </a:extLst>
          </p:cNvPr>
          <p:cNvSpPr>
            <a:spLocks xmlns:a="http://schemas.openxmlformats.org/drawingml/2006/main" noGrp="1"/>
          </p:cNvSpPr>
          <p:nvPr/>
        </p:nvSpPr>
        <p:spPr>
          <a:xfrm xmlns:a="http://schemas.openxmlformats.org/drawingml/2006/main">
            <a:off x="619125" y="2647950"/>
            <a:ext cx="2857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675" b="1">
                <a:solidFill>
                  <a:srgbClr val="082779"/>
                </a:solidFill>
                <a:latin typeface="Arial"/>
                <a:ea typeface="Arial"/>
                <a:cs typeface="Arial"/>
              </a:defRPr>
            </a:defPPr>
            <a:lvl1pPr>
              <a:defRPr sz="3675" b="1">
                <a:solidFill>
                  <a:srgbClr val="082779"/>
                </a:solidFill>
                <a:latin typeface="Arial"/>
                <a:ea typeface="Arial"/>
                <a:cs typeface="Arial"/>
              </a:defRPr>
            </a:lvl1pPr>
            <a:lvl2pPr>
              <a:defRPr sz="3675" b="1">
                <a:solidFill>
                  <a:srgbClr val="082779"/>
                </a:solidFill>
                <a:latin typeface="Arial"/>
                <a:ea typeface="Arial"/>
                <a:cs typeface="Arial"/>
              </a:defRPr>
            </a:lvl2pPr>
            <a:lvl3pPr>
              <a:defRPr sz="3675" b="1">
                <a:solidFill>
                  <a:srgbClr val="082779"/>
                </a:solidFill>
                <a:latin typeface="Arial"/>
                <a:ea typeface="Arial"/>
                <a:cs typeface="Arial"/>
              </a:defRPr>
            </a:lvl3pPr>
            <a:lvl4pPr>
              <a:defRPr sz="3675" b="1">
                <a:solidFill>
                  <a:srgbClr val="082779"/>
                </a:solidFill>
                <a:latin typeface="Arial"/>
                <a:ea typeface="Arial"/>
                <a:cs typeface="Arial"/>
              </a:defRPr>
            </a:lvl4pPr>
            <a:lvl5pPr>
              <a:defRPr sz="3675" b="1">
                <a:solidFill>
                  <a:srgbClr val="082779"/>
                </a:solidFill>
                <a:latin typeface="Arial"/>
                <a:ea typeface="Arial"/>
                <a:cs typeface="Arial"/>
              </a:defRPr>
            </a:lvl5pPr>
            <a:lvl6pPr>
              <a:defRPr sz="3675" b="1">
                <a:solidFill>
                  <a:srgbClr val="082779"/>
                </a:solidFill>
                <a:latin typeface="Arial"/>
                <a:ea typeface="Arial"/>
                <a:cs typeface="Arial"/>
              </a:defRPr>
            </a:lvl6pPr>
            <a:lvl7pPr>
              <a:defRPr sz="3675" b="1">
                <a:solidFill>
                  <a:srgbClr val="082779"/>
                </a:solidFill>
                <a:latin typeface="Arial"/>
                <a:ea typeface="Arial"/>
                <a:cs typeface="Arial"/>
              </a:defRPr>
            </a:lvl7pPr>
            <a:lvl8pPr>
              <a:defRPr sz="3675" b="1">
                <a:solidFill>
                  <a:srgbClr val="082779"/>
                </a:solidFill>
                <a:latin typeface="Arial"/>
                <a:ea typeface="Arial"/>
                <a:cs typeface="Arial"/>
              </a:defRPr>
            </a:lvl8pPr>
            <a:lvl9pPr>
              <a:defRPr sz="3675" b="1">
                <a:solidFill>
                  <a:srgbClr val="082779"/>
                </a:solidFill>
                <a:latin typeface="Arial"/>
                <a:ea typeface="Arial"/>
                <a:cs typeface="Arial"/>
              </a:defRPr>
            </a:lvl9pPr>
          </a:lstStyle>
          <a:p xmlns:a="http://schemas.openxmlformats.org/drawingml/2006/main">
            <a:pPr>
              <a:defRPr sz="3675" b="1">
                <a:solidFill>
                  <a:srgbClr val="082779"/>
                </a:solidFill>
                <a:latin typeface="Arial"/>
                <a:ea typeface="Arial"/>
                <a:cs typeface="Arial"/>
              </a:defRPr>
            </a:pPr>
            <a:r>
              <a:rPr sz="3675" b="1">
                <a:solidFill>
                  <a:srgbClr val="082779"/>
                </a:solidFill>
                <a:latin typeface="Arial"/>
                <a:ea typeface="Arial"/>
                <a:cs typeface="Arial"/>
              </a:rPr>
              <a:t>7 out of 10</a:t>
            </a:r>
          </a:p>
        </p:txBody>
      </p:sp>
      <p:sp>
        <p:nvSpPr>
          <p:cNvPr id="7" name="stat-caption">
            <a:extLst xmlns:a="http://schemas.openxmlformats.org/drawingml/2006/main">
              <a:ext uri="{FF2B5EF4-FFF2-40B4-BE49-F238E27FC236}">
                <a16:creationId xmlns:a16="http://schemas.microsoft.com/office/drawing/2014/main" id="{9CE66028-AC00-4843-8301-18911C9BEB35}"/>
              </a:ext>
            </a:extLst>
          </p:cNvPr>
          <p:cNvSpPr>
            <a:spLocks xmlns:a="http://schemas.openxmlformats.org/drawingml/2006/main" noGrp="1"/>
          </p:cNvSpPr>
          <p:nvPr/>
        </p:nvSpPr>
        <p:spPr>
          <a:xfrm xmlns:a="http://schemas.openxmlformats.org/drawingml/2006/main">
            <a:off x="619125" y="3257550"/>
            <a:ext cx="3333750" cy="809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00" b="0">
                <a:solidFill>
                  <a:srgbClr val="44566C"/>
                </a:solidFill>
                <a:latin typeface="Arial"/>
                <a:ea typeface="Arial"/>
                <a:cs typeface="Arial"/>
              </a:defRPr>
            </a:defPPr>
            <a:lvl1pPr>
              <a:defRPr sz="1500" b="0">
                <a:solidFill>
                  <a:srgbClr val="44566C"/>
                </a:solidFill>
                <a:latin typeface="Arial"/>
                <a:ea typeface="Arial"/>
                <a:cs typeface="Arial"/>
              </a:defRPr>
            </a:lvl1pPr>
            <a:lvl2pPr>
              <a:defRPr sz="1500" b="0">
                <a:solidFill>
                  <a:srgbClr val="44566C"/>
                </a:solidFill>
                <a:latin typeface="Arial"/>
                <a:ea typeface="Arial"/>
                <a:cs typeface="Arial"/>
              </a:defRPr>
            </a:lvl2pPr>
            <a:lvl3pPr>
              <a:defRPr sz="1500" b="0">
                <a:solidFill>
                  <a:srgbClr val="44566C"/>
                </a:solidFill>
                <a:latin typeface="Arial"/>
                <a:ea typeface="Arial"/>
                <a:cs typeface="Arial"/>
              </a:defRPr>
            </a:lvl3pPr>
            <a:lvl4pPr>
              <a:defRPr sz="1500" b="0">
                <a:solidFill>
                  <a:srgbClr val="44566C"/>
                </a:solidFill>
                <a:latin typeface="Arial"/>
                <a:ea typeface="Arial"/>
                <a:cs typeface="Arial"/>
              </a:defRPr>
            </a:lvl4pPr>
            <a:lvl5pPr>
              <a:defRPr sz="1500" b="0">
                <a:solidFill>
                  <a:srgbClr val="44566C"/>
                </a:solidFill>
                <a:latin typeface="Arial"/>
                <a:ea typeface="Arial"/>
                <a:cs typeface="Arial"/>
              </a:defRPr>
            </a:lvl5pPr>
            <a:lvl6pPr>
              <a:defRPr sz="1500" b="0">
                <a:solidFill>
                  <a:srgbClr val="44566C"/>
                </a:solidFill>
                <a:latin typeface="Arial"/>
                <a:ea typeface="Arial"/>
                <a:cs typeface="Arial"/>
              </a:defRPr>
            </a:lvl6pPr>
            <a:lvl7pPr>
              <a:defRPr sz="1500" b="0">
                <a:solidFill>
                  <a:srgbClr val="44566C"/>
                </a:solidFill>
                <a:latin typeface="Arial"/>
                <a:ea typeface="Arial"/>
                <a:cs typeface="Arial"/>
              </a:defRPr>
            </a:lvl7pPr>
            <a:lvl8pPr>
              <a:defRPr sz="1500" b="0">
                <a:solidFill>
                  <a:srgbClr val="44566C"/>
                </a:solidFill>
                <a:latin typeface="Arial"/>
                <a:ea typeface="Arial"/>
                <a:cs typeface="Arial"/>
              </a:defRPr>
            </a:lvl8pPr>
            <a:lvl9pPr>
              <a:defRPr sz="1500" b="0">
                <a:solidFill>
                  <a:srgbClr val="44566C"/>
                </a:solidFill>
                <a:latin typeface="Arial"/>
                <a:ea typeface="Arial"/>
                <a:cs typeface="Arial"/>
              </a:defRPr>
            </a:lvl9pPr>
          </a:lstStyle>
          <a:p xmlns:a="http://schemas.openxmlformats.org/drawingml/2006/main">
            <a:pPr>
              <a:defRPr sz="1500" b="0">
                <a:solidFill>
                  <a:srgbClr val="44566C"/>
                </a:solidFill>
                <a:latin typeface="Arial"/>
                <a:ea typeface="Arial"/>
                <a:cs typeface="Arial"/>
              </a:defRPr>
            </a:pPr>
            <a:r>
              <a:rPr sz="1500" b="0">
                <a:solidFill>
                  <a:srgbClr val="44566C"/>
                </a:solidFill>
                <a:latin typeface="Arial"/>
                <a:ea typeface="Arial"/>
                <a:cs typeface="Arial"/>
              </a:rPr>
              <a:t>pages have at least one</a:t>
            </a:r>
          </a:p>
          <a:p xmlns:a="http://schemas.openxmlformats.org/drawingml/2006/main">
            <a:pPr>
              <a:defRPr sz="1500" b="0">
                <a:solidFill>
                  <a:srgbClr val="44566C"/>
                </a:solidFill>
                <a:latin typeface="Arial"/>
                <a:ea typeface="Arial"/>
                <a:cs typeface="Arial"/>
              </a:defRPr>
            </a:pPr>
            <a:r>
              <a:rPr sz="1500" b="0">
                <a:solidFill>
                  <a:srgbClr val="44566C"/>
                </a:solidFill>
                <a:latin typeface="Arial"/>
                <a:ea typeface="Arial"/>
                <a:cs typeface="Arial"/>
              </a:rPr>
              <a:t>failed automated</a:t>
            </a:r>
          </a:p>
          <a:p xmlns:a="http://schemas.openxmlformats.org/drawingml/2006/main">
            <a:pPr>
              <a:defRPr sz="1500" b="0">
                <a:solidFill>
                  <a:srgbClr val="44566C"/>
                </a:solidFill>
                <a:latin typeface="Arial"/>
                <a:ea typeface="Arial"/>
                <a:cs typeface="Arial"/>
              </a:defRPr>
            </a:pPr>
            <a:r>
              <a:rPr sz="1500" b="0">
                <a:solidFill>
                  <a:srgbClr val="44566C"/>
                </a:solidFill>
                <a:latin typeface="Arial"/>
                <a:ea typeface="Arial"/>
                <a:cs typeface="Arial"/>
              </a:rPr>
              <a:t>accessibility audit</a:t>
            </a:r>
          </a:p>
        </p:txBody>
      </p:sp>
      <p:sp>
        <p:nvSpPr>
          <p:cNvPr id="8" name="chart-title">
            <a:extLst xmlns:a="http://schemas.openxmlformats.org/drawingml/2006/main">
              <a:ext uri="{FF2B5EF4-FFF2-40B4-BE49-F238E27FC236}">
                <a16:creationId xmlns:a16="http://schemas.microsoft.com/office/drawing/2014/main" id="{AA346AA6-C9A8-49CB-AB75-6B19EBDE01F7}"/>
              </a:ext>
            </a:extLst>
          </p:cNvPr>
          <p:cNvSpPr>
            <a:spLocks xmlns:a="http://schemas.openxmlformats.org/drawingml/2006/main" noGrp="1"/>
          </p:cNvSpPr>
          <p:nvPr/>
        </p:nvSpPr>
        <p:spPr>
          <a:xfrm xmlns:a="http://schemas.openxmlformats.org/drawingml/2006/main">
            <a:off x="4095750" y="1381125"/>
            <a:ext cx="4000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350" b="1">
                <a:solidFill>
                  <a:srgbClr val="44566C"/>
                </a:solidFill>
                <a:latin typeface="Arial"/>
                <a:ea typeface="Arial"/>
                <a:cs typeface="Arial"/>
              </a:defRPr>
            </a:defPPr>
            <a:lvl1pPr>
              <a:defRPr sz="1350" b="1">
                <a:solidFill>
                  <a:srgbClr val="44566C"/>
                </a:solidFill>
                <a:latin typeface="Arial"/>
                <a:ea typeface="Arial"/>
                <a:cs typeface="Arial"/>
              </a:defRPr>
            </a:lvl1pPr>
            <a:lvl2pPr>
              <a:defRPr sz="1350" b="1">
                <a:solidFill>
                  <a:srgbClr val="44566C"/>
                </a:solidFill>
                <a:latin typeface="Arial"/>
                <a:ea typeface="Arial"/>
                <a:cs typeface="Arial"/>
              </a:defRPr>
            </a:lvl2pPr>
            <a:lvl3pPr>
              <a:defRPr sz="1350" b="1">
                <a:solidFill>
                  <a:srgbClr val="44566C"/>
                </a:solidFill>
                <a:latin typeface="Arial"/>
                <a:ea typeface="Arial"/>
                <a:cs typeface="Arial"/>
              </a:defRPr>
            </a:lvl3pPr>
            <a:lvl4pPr>
              <a:defRPr sz="1350" b="1">
                <a:solidFill>
                  <a:srgbClr val="44566C"/>
                </a:solidFill>
                <a:latin typeface="Arial"/>
                <a:ea typeface="Arial"/>
                <a:cs typeface="Arial"/>
              </a:defRPr>
            </a:lvl4pPr>
            <a:lvl5pPr>
              <a:defRPr sz="1350" b="1">
                <a:solidFill>
                  <a:srgbClr val="44566C"/>
                </a:solidFill>
                <a:latin typeface="Arial"/>
                <a:ea typeface="Arial"/>
                <a:cs typeface="Arial"/>
              </a:defRPr>
            </a:lvl5pPr>
            <a:lvl6pPr>
              <a:defRPr sz="1350" b="1">
                <a:solidFill>
                  <a:srgbClr val="44566C"/>
                </a:solidFill>
                <a:latin typeface="Arial"/>
                <a:ea typeface="Arial"/>
                <a:cs typeface="Arial"/>
              </a:defRPr>
            </a:lvl6pPr>
            <a:lvl7pPr>
              <a:defRPr sz="1350" b="1">
                <a:solidFill>
                  <a:srgbClr val="44566C"/>
                </a:solidFill>
                <a:latin typeface="Arial"/>
                <a:ea typeface="Arial"/>
                <a:cs typeface="Arial"/>
              </a:defRPr>
            </a:lvl7pPr>
            <a:lvl8pPr>
              <a:defRPr sz="1350" b="1">
                <a:solidFill>
                  <a:srgbClr val="44566C"/>
                </a:solidFill>
                <a:latin typeface="Arial"/>
                <a:ea typeface="Arial"/>
                <a:cs typeface="Arial"/>
              </a:defRPr>
            </a:lvl8pPr>
            <a:lvl9pPr>
              <a:defRPr sz="1350" b="1">
                <a:solidFill>
                  <a:srgbClr val="44566C"/>
                </a:solidFill>
                <a:latin typeface="Arial"/>
                <a:ea typeface="Arial"/>
                <a:cs typeface="Arial"/>
              </a:defRPr>
            </a:lvl9pPr>
          </a:lstStyle>
          <a:p xmlns:a="http://schemas.openxmlformats.org/drawingml/2006/main">
            <a:pPr>
              <a:defRPr sz="1350" b="1">
                <a:solidFill>
                  <a:srgbClr val="44566C"/>
                </a:solidFill>
                <a:latin typeface="Arial"/>
                <a:ea typeface="Arial"/>
                <a:cs typeface="Arial"/>
              </a:defRPr>
            </a:pPr>
            <a:r>
              <a:rPr sz="1350" b="1">
                <a:solidFill>
                  <a:srgbClr val="44566C"/>
                </a:solidFill>
                <a:latin typeface="Arial"/>
                <a:ea typeface="Arial"/>
                <a:cs typeface="Arial"/>
              </a:rPr>
              <a:t>Common findings: websites out of 10</a:t>
            </a:r>
          </a:p>
        </p:txBody>
      </p:sp>
      <p:graphicFrame>
        <p:nvGraphicFramePr>
          <p:cNvPr id="9" name="Chart">
            <a:extLst xmlns:a="http://schemas.openxmlformats.org/drawingml/2006/main">
              <a:ext uri="{FF2B5EF4-FFF2-40B4-BE49-F238E27FC236}">
                <a16:creationId xmlns:a16="http://schemas.microsoft.com/office/drawing/2014/main" id="{1E06E50F-44E1-4948-BC73-D27673772403}"/>
              </a:ext>
            </a:extLst>
          </p:cNvPr>
          <p:cNvGraphicFramePr/>
          <p:nvPr/>
        </p:nvGraphicFramePr>
        <p:xfrm>
          <a:off xmlns:a="http://schemas.openxmlformats.org/drawingml/2006/main" x="4048125" y="1771650"/>
          <a:ext xmlns:a="http://schemas.openxmlformats.org/drawingml/2006/main" cx="4000500" cy="2333625"/>
        </p:xfrm>
        <a:graphic xmlns:a="http://schemas.openxmlformats.org/drawingml/2006/main">
          <a:graphicData uri="http://schemas.openxmlformats.org/drawingml/2006/chart">
            <c:chart xmlns:r="http://schemas.openxmlformats.org/officeDocument/2006/relationships" xmlns:c="http://schemas.openxmlformats.org/drawingml/2006/chart" r:id="R304f751f75474dbd"/>
          </a:graphicData>
        </a:graphic>
      </p:graphicFrame>
      <p:sp>
        <p:nvSpPr>
          <p:cNvPr id="10" name="caveat">
            <a:extLst xmlns:a="http://schemas.openxmlformats.org/drawingml/2006/main">
              <a:ext uri="{FF2B5EF4-FFF2-40B4-BE49-F238E27FC236}">
                <a16:creationId xmlns:a16="http://schemas.microsoft.com/office/drawing/2014/main" id="{19151FAC-0BA1-449E-AEDB-2C3997671C8E}"/>
              </a:ext>
            </a:extLst>
          </p:cNvPr>
          <p:cNvSpPr>
            <a:spLocks xmlns:a="http://schemas.openxmlformats.org/drawingml/2006/main" noGrp="1"/>
          </p:cNvSpPr>
          <p:nvPr/>
        </p:nvSpPr>
        <p:spPr>
          <a:xfrm xmlns:a="http://schemas.openxmlformats.org/drawingml/2006/main">
            <a:off x="619125" y="4429125"/>
            <a:ext cx="72866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975" b="0">
                <a:solidFill>
                  <a:srgbClr val="44566C"/>
                </a:solidFill>
                <a:latin typeface="Arial"/>
                <a:ea typeface="Arial"/>
                <a:cs typeface="Arial"/>
              </a:defRPr>
            </a:defPPr>
            <a:lvl1pPr>
              <a:defRPr sz="975" b="0">
                <a:solidFill>
                  <a:srgbClr val="44566C"/>
                </a:solidFill>
                <a:latin typeface="Arial"/>
                <a:ea typeface="Arial"/>
                <a:cs typeface="Arial"/>
              </a:defRPr>
            </a:lvl1pPr>
            <a:lvl2pPr>
              <a:defRPr sz="975" b="0">
                <a:solidFill>
                  <a:srgbClr val="44566C"/>
                </a:solidFill>
                <a:latin typeface="Arial"/>
                <a:ea typeface="Arial"/>
                <a:cs typeface="Arial"/>
              </a:defRPr>
            </a:lvl2pPr>
            <a:lvl3pPr>
              <a:defRPr sz="975" b="0">
                <a:solidFill>
                  <a:srgbClr val="44566C"/>
                </a:solidFill>
                <a:latin typeface="Arial"/>
                <a:ea typeface="Arial"/>
                <a:cs typeface="Arial"/>
              </a:defRPr>
            </a:lvl3pPr>
            <a:lvl4pPr>
              <a:defRPr sz="975" b="0">
                <a:solidFill>
                  <a:srgbClr val="44566C"/>
                </a:solidFill>
                <a:latin typeface="Arial"/>
                <a:ea typeface="Arial"/>
                <a:cs typeface="Arial"/>
              </a:defRPr>
            </a:lvl4pPr>
            <a:lvl5pPr>
              <a:defRPr sz="975" b="0">
                <a:solidFill>
                  <a:srgbClr val="44566C"/>
                </a:solidFill>
                <a:latin typeface="Arial"/>
                <a:ea typeface="Arial"/>
                <a:cs typeface="Arial"/>
              </a:defRPr>
            </a:lvl5pPr>
            <a:lvl6pPr>
              <a:defRPr sz="975" b="0">
                <a:solidFill>
                  <a:srgbClr val="44566C"/>
                </a:solidFill>
                <a:latin typeface="Arial"/>
                <a:ea typeface="Arial"/>
                <a:cs typeface="Arial"/>
              </a:defRPr>
            </a:lvl6pPr>
            <a:lvl7pPr>
              <a:defRPr sz="975" b="0">
                <a:solidFill>
                  <a:srgbClr val="44566C"/>
                </a:solidFill>
                <a:latin typeface="Arial"/>
                <a:ea typeface="Arial"/>
                <a:cs typeface="Arial"/>
              </a:defRPr>
            </a:lvl7pPr>
            <a:lvl8pPr>
              <a:defRPr sz="975" b="0">
                <a:solidFill>
                  <a:srgbClr val="44566C"/>
                </a:solidFill>
                <a:latin typeface="Arial"/>
                <a:ea typeface="Arial"/>
                <a:cs typeface="Arial"/>
              </a:defRPr>
            </a:lvl8pPr>
            <a:lvl9pPr>
              <a:defRPr sz="975" b="0">
                <a:solidFill>
                  <a:srgbClr val="44566C"/>
                </a:solidFill>
                <a:latin typeface="Arial"/>
                <a:ea typeface="Arial"/>
                <a:cs typeface="Arial"/>
              </a:defRPr>
            </a:lvl9pPr>
          </a:lstStyle>
          <a:p xmlns:a="http://schemas.openxmlformats.org/drawingml/2006/main">
            <a:pPr>
              <a:defRPr sz="975" b="0">
                <a:solidFill>
                  <a:srgbClr val="44566C"/>
                </a:solidFill>
                <a:latin typeface="Arial"/>
                <a:ea typeface="Arial"/>
                <a:cs typeface="Arial"/>
              </a:defRPr>
            </a:pPr>
            <a:r>
              <a:rPr sz="975" b="0">
                <a:solidFill>
                  <a:srgbClr val="44566C"/>
                </a:solidFill>
                <a:latin typeface="Arial"/>
                <a:ea typeface="Arial"/>
                <a:cs typeface="Arial"/>
              </a:rPr>
              <a:t>Findings can overlap on a page. Automated tests cover only some accessibility barriers.</a:t>
            </a:r>
          </a:p>
        </p:txBody>
      </p:sp>
    </p:spTree>
    <p:extLst>
      <p:ext uri="{BB962C8B-B14F-4D97-AF65-F5344CB8AC3E}">
        <p14:creationId xmlns:p14="http://schemas.microsoft.com/office/powerpoint/2010/main" val="923035768"/>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pic>
        <p:nvPicPr>
          <p:cNvPr id="13" name="">
            <a:extLst xmlns:a="http://schemas.openxmlformats.org/drawingml/2006/main">
              <a:ext uri="{FF2B5EF4-FFF2-40B4-BE49-F238E27FC236}">
                <a16:creationId xmlns:a16="http://schemas.microsoft.com/office/drawing/2014/main" id="{3B245BBB-1609-426D-8AFD-F2EA3E65EA18}"/>
              </a:ext>
            </a:extLst>
          </p:cNvPr>
          <p:cNvPicPr>
            <a:picLocks xmlns:a="http://schemas.openxmlformats.org/drawingml/2006/main" noChangeAspect="1"/>
          </p:cNvPicPr>
          <p:nvPr/>
        </p:nvPicPr>
        <p:blipFill>
          <a:blip xmlns:r="http://schemas.openxmlformats.org/officeDocument/2006/relationships" xmlns:a="http://schemas.openxmlformats.org/drawingml/2006/main" r:embed="R2a151c990d1e4625"/>
          <a:stretch xmlns:a="http://schemas.openxmlformats.org/drawingml/2006/main"/>
        </p:blipFill>
        <p:spPr>
          <a:xfrm xmlns:a="http://schemas.openxmlformats.org/drawingml/2006/main">
            <a:off x="0" y="0"/>
            <a:ext cx="9144000" cy="5143500"/>
          </a:xfrm>
          <a:prstGeom xmlns:a="http://schemas.openxmlformats.org/drawingml/2006/main" prst="rect">
            <a:avLst/>
          </a:prstGeom>
        </p:spPr>
      </p:pic>
      <p:sp>
        <p:nvSpPr>
          <p:cNvPr id="2" name="title">
            <a:extLst xmlns:a="http://schemas.openxmlformats.org/drawingml/2006/main">
              <a:ext uri="{FF2B5EF4-FFF2-40B4-BE49-F238E27FC236}">
                <a16:creationId xmlns:a16="http://schemas.microsoft.com/office/drawing/2014/main" id="{09A6C369-7186-4B2F-B05E-47C6B32B7746}"/>
              </a:ext>
            </a:extLst>
          </p:cNvPr>
          <p:cNvSpPr>
            <a:spLocks xmlns:a="http://schemas.openxmlformats.org/drawingml/2006/main" noGrp="1"/>
          </p:cNvSpPr>
          <p:nvPr/>
        </p:nvSpPr>
        <p:spPr>
          <a:xfrm xmlns:a="http://schemas.openxmlformats.org/drawingml/2006/main">
            <a:off x="2000250" y="361950"/>
            <a:ext cx="3667125"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325" b="1">
                <a:solidFill>
                  <a:srgbClr val="44566C"/>
                </a:solidFill>
                <a:latin typeface="Arial"/>
                <a:ea typeface="Arial"/>
                <a:cs typeface="Arial"/>
              </a:defRPr>
            </a:defPPr>
            <a:lvl1pPr>
              <a:defRPr sz="2325" b="1">
                <a:solidFill>
                  <a:srgbClr val="44566C"/>
                </a:solidFill>
                <a:latin typeface="Arial"/>
                <a:ea typeface="Arial"/>
                <a:cs typeface="Arial"/>
              </a:defRPr>
            </a:lvl1pPr>
            <a:lvl2pPr>
              <a:defRPr sz="2325" b="1">
                <a:solidFill>
                  <a:srgbClr val="44566C"/>
                </a:solidFill>
                <a:latin typeface="Arial"/>
                <a:ea typeface="Arial"/>
                <a:cs typeface="Arial"/>
              </a:defRPr>
            </a:lvl2pPr>
            <a:lvl3pPr>
              <a:defRPr sz="2325" b="1">
                <a:solidFill>
                  <a:srgbClr val="44566C"/>
                </a:solidFill>
                <a:latin typeface="Arial"/>
                <a:ea typeface="Arial"/>
                <a:cs typeface="Arial"/>
              </a:defRPr>
            </a:lvl3pPr>
            <a:lvl4pPr>
              <a:defRPr sz="2325" b="1">
                <a:solidFill>
                  <a:srgbClr val="44566C"/>
                </a:solidFill>
                <a:latin typeface="Arial"/>
                <a:ea typeface="Arial"/>
                <a:cs typeface="Arial"/>
              </a:defRPr>
            </a:lvl4pPr>
            <a:lvl5pPr>
              <a:defRPr sz="2325" b="1">
                <a:solidFill>
                  <a:srgbClr val="44566C"/>
                </a:solidFill>
                <a:latin typeface="Arial"/>
                <a:ea typeface="Arial"/>
                <a:cs typeface="Arial"/>
              </a:defRPr>
            </a:lvl5pPr>
            <a:lvl6pPr>
              <a:defRPr sz="2325" b="1">
                <a:solidFill>
                  <a:srgbClr val="44566C"/>
                </a:solidFill>
                <a:latin typeface="Arial"/>
                <a:ea typeface="Arial"/>
                <a:cs typeface="Arial"/>
              </a:defRPr>
            </a:lvl6pPr>
            <a:lvl7pPr>
              <a:defRPr sz="2325" b="1">
                <a:solidFill>
                  <a:srgbClr val="44566C"/>
                </a:solidFill>
                <a:latin typeface="Arial"/>
                <a:ea typeface="Arial"/>
                <a:cs typeface="Arial"/>
              </a:defRPr>
            </a:lvl7pPr>
            <a:lvl8pPr>
              <a:defRPr sz="2325" b="1">
                <a:solidFill>
                  <a:srgbClr val="44566C"/>
                </a:solidFill>
                <a:latin typeface="Arial"/>
                <a:ea typeface="Arial"/>
                <a:cs typeface="Arial"/>
              </a:defRPr>
            </a:lvl8pPr>
            <a:lvl9pPr>
              <a:defRPr sz="2325" b="1">
                <a:solidFill>
                  <a:srgbClr val="44566C"/>
                </a:solidFill>
                <a:latin typeface="Arial"/>
                <a:ea typeface="Arial"/>
                <a:cs typeface="Arial"/>
              </a:defRPr>
            </a:lvl9pPr>
          </a:lstStyle>
          <a:p xmlns:a="http://schemas.openxmlformats.org/drawingml/2006/main">
            <a:pPr>
              <a:defRPr sz="2325" b="1">
                <a:solidFill>
                  <a:srgbClr val="44566C"/>
                </a:solidFill>
                <a:latin typeface="Arial"/>
                <a:ea typeface="Arial"/>
                <a:cs typeface="Arial"/>
              </a:defRPr>
            </a:pPr>
            <a:r>
              <a:rPr sz="2325" b="1">
                <a:solidFill>
                  <a:srgbClr val="44566C"/>
                </a:solidFill>
                <a:latin typeface="Arial"/>
                <a:ea typeface="Arial"/>
                <a:cs typeface="Arial"/>
              </a:rPr>
              <a:t>Approach and results</a:t>
            </a:r>
          </a:p>
        </p:txBody>
      </p:sp>
      <p:sp>
        <p:nvSpPr>
          <p:cNvPr id="3" name="footer">
            <a:extLst xmlns:a="http://schemas.openxmlformats.org/drawingml/2006/main">
              <a:ext uri="{FF2B5EF4-FFF2-40B4-BE49-F238E27FC236}">
                <a16:creationId xmlns:a16="http://schemas.microsoft.com/office/drawing/2014/main" id="{77AB07CD-FEC3-43A2-BA43-AF2FBD95D022}"/>
              </a:ext>
            </a:extLst>
          </p:cNvPr>
          <p:cNvSpPr>
            <a:spLocks xmlns:a="http://schemas.openxmlformats.org/drawingml/2006/main" noGrp="1"/>
          </p:cNvSpPr>
          <p:nvPr/>
        </p:nvSpPr>
        <p:spPr>
          <a:xfrm xmlns:a="http://schemas.openxmlformats.org/drawingml/2006/main">
            <a:off x="361950" y="4829175"/>
            <a:ext cx="5905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900" b="0">
                <a:solidFill>
                  <a:srgbClr val="44566C"/>
                </a:solidFill>
                <a:latin typeface="Arial"/>
                <a:ea typeface="Arial"/>
                <a:cs typeface="Arial"/>
              </a:defRPr>
            </a:defPPr>
            <a:lvl1pPr>
              <a:defRPr sz="900" b="0">
                <a:solidFill>
                  <a:srgbClr val="44566C"/>
                </a:solidFill>
                <a:latin typeface="Arial"/>
                <a:ea typeface="Arial"/>
                <a:cs typeface="Arial"/>
              </a:defRPr>
            </a:lvl1pPr>
            <a:lvl2pPr>
              <a:defRPr sz="900" b="0">
                <a:solidFill>
                  <a:srgbClr val="44566C"/>
                </a:solidFill>
                <a:latin typeface="Arial"/>
                <a:ea typeface="Arial"/>
                <a:cs typeface="Arial"/>
              </a:defRPr>
            </a:lvl2pPr>
            <a:lvl3pPr>
              <a:defRPr sz="900" b="0">
                <a:solidFill>
                  <a:srgbClr val="44566C"/>
                </a:solidFill>
                <a:latin typeface="Arial"/>
                <a:ea typeface="Arial"/>
                <a:cs typeface="Arial"/>
              </a:defRPr>
            </a:lvl3pPr>
            <a:lvl4pPr>
              <a:defRPr sz="900" b="0">
                <a:solidFill>
                  <a:srgbClr val="44566C"/>
                </a:solidFill>
                <a:latin typeface="Arial"/>
                <a:ea typeface="Arial"/>
                <a:cs typeface="Arial"/>
              </a:defRPr>
            </a:lvl4pPr>
            <a:lvl5pPr>
              <a:defRPr sz="900" b="0">
                <a:solidFill>
                  <a:srgbClr val="44566C"/>
                </a:solidFill>
                <a:latin typeface="Arial"/>
                <a:ea typeface="Arial"/>
                <a:cs typeface="Arial"/>
              </a:defRPr>
            </a:lvl5pPr>
            <a:lvl6pPr>
              <a:defRPr sz="900" b="0">
                <a:solidFill>
                  <a:srgbClr val="44566C"/>
                </a:solidFill>
                <a:latin typeface="Arial"/>
                <a:ea typeface="Arial"/>
                <a:cs typeface="Arial"/>
              </a:defRPr>
            </a:lvl6pPr>
            <a:lvl7pPr>
              <a:defRPr sz="900" b="0">
                <a:solidFill>
                  <a:srgbClr val="44566C"/>
                </a:solidFill>
                <a:latin typeface="Arial"/>
                <a:ea typeface="Arial"/>
                <a:cs typeface="Arial"/>
              </a:defRPr>
            </a:lvl7pPr>
            <a:lvl8pPr>
              <a:defRPr sz="900" b="0">
                <a:solidFill>
                  <a:srgbClr val="44566C"/>
                </a:solidFill>
                <a:latin typeface="Arial"/>
                <a:ea typeface="Arial"/>
                <a:cs typeface="Arial"/>
              </a:defRPr>
            </a:lvl8pPr>
            <a:lvl9pPr>
              <a:defRPr sz="900" b="0">
                <a:solidFill>
                  <a:srgbClr val="44566C"/>
                </a:solidFill>
                <a:latin typeface="Arial"/>
                <a:ea typeface="Arial"/>
                <a:cs typeface="Arial"/>
              </a:defRPr>
            </a:lvl9pPr>
          </a:lstStyle>
          <a:p xmlns:a="http://schemas.openxmlformats.org/drawingml/2006/main">
            <a:pPr>
              <a:defRPr sz="900" b="0">
                <a:solidFill>
                  <a:srgbClr val="44566C"/>
                </a:solidFill>
                <a:latin typeface="Arial"/>
                <a:ea typeface="Arial"/>
                <a:cs typeface="Arial"/>
              </a:defRPr>
            </a:pPr>
            <a:r>
              <a:rPr sz="900" b="0">
                <a:solidFill>
                  <a:srgbClr val="44566C"/>
                </a:solidFill>
                <a:latin typeface="Arial"/>
                <a:ea typeface="Arial"/>
                <a:cs typeface="Arial"/>
              </a:rPr>
              <a:t>DSSG Berlin × DSSG NYC  ·  #DATATHON2026</a:t>
            </a:r>
          </a:p>
        </p:txBody>
      </p:sp>
      <p:sp>
        <p:nvSpPr>
          <p:cNvPr id="4" name="page">
            <a:extLst xmlns:a="http://schemas.openxmlformats.org/drawingml/2006/main">
              <a:ext uri="{FF2B5EF4-FFF2-40B4-BE49-F238E27FC236}">
                <a16:creationId xmlns:a16="http://schemas.microsoft.com/office/drawing/2014/main" id="{63B4372A-C3A3-4FD8-A5B9-7F23C1ADD374}"/>
              </a:ext>
            </a:extLst>
          </p:cNvPr>
          <p:cNvSpPr>
            <a:spLocks xmlns:a="http://schemas.openxmlformats.org/drawingml/2006/main" noGrp="1"/>
          </p:cNvSpPr>
          <p:nvPr/>
        </p:nvSpPr>
        <p:spPr>
          <a:xfrm xmlns:a="http://schemas.openxmlformats.org/drawingml/2006/main">
            <a:off x="8334375" y="4829175"/>
            <a:ext cx="476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900" b="0">
                <a:solidFill>
                  <a:srgbClr val="44566C"/>
                </a:solidFill>
                <a:latin typeface="Arial"/>
                <a:ea typeface="Arial"/>
                <a:cs typeface="Arial"/>
              </a:defRPr>
            </a:defPPr>
            <a:lvl1pPr>
              <a:defRPr sz="900" b="0">
                <a:solidFill>
                  <a:srgbClr val="44566C"/>
                </a:solidFill>
                <a:latin typeface="Arial"/>
                <a:ea typeface="Arial"/>
                <a:cs typeface="Arial"/>
              </a:defRPr>
            </a:lvl1pPr>
            <a:lvl2pPr>
              <a:defRPr sz="900" b="0">
                <a:solidFill>
                  <a:srgbClr val="44566C"/>
                </a:solidFill>
                <a:latin typeface="Arial"/>
                <a:ea typeface="Arial"/>
                <a:cs typeface="Arial"/>
              </a:defRPr>
            </a:lvl2pPr>
            <a:lvl3pPr>
              <a:defRPr sz="900" b="0">
                <a:solidFill>
                  <a:srgbClr val="44566C"/>
                </a:solidFill>
                <a:latin typeface="Arial"/>
                <a:ea typeface="Arial"/>
                <a:cs typeface="Arial"/>
              </a:defRPr>
            </a:lvl3pPr>
            <a:lvl4pPr>
              <a:defRPr sz="900" b="0">
                <a:solidFill>
                  <a:srgbClr val="44566C"/>
                </a:solidFill>
                <a:latin typeface="Arial"/>
                <a:ea typeface="Arial"/>
                <a:cs typeface="Arial"/>
              </a:defRPr>
            </a:lvl4pPr>
            <a:lvl5pPr>
              <a:defRPr sz="900" b="0">
                <a:solidFill>
                  <a:srgbClr val="44566C"/>
                </a:solidFill>
                <a:latin typeface="Arial"/>
                <a:ea typeface="Arial"/>
                <a:cs typeface="Arial"/>
              </a:defRPr>
            </a:lvl5pPr>
            <a:lvl6pPr>
              <a:defRPr sz="900" b="0">
                <a:solidFill>
                  <a:srgbClr val="44566C"/>
                </a:solidFill>
                <a:latin typeface="Arial"/>
                <a:ea typeface="Arial"/>
                <a:cs typeface="Arial"/>
              </a:defRPr>
            </a:lvl6pPr>
            <a:lvl7pPr>
              <a:defRPr sz="900" b="0">
                <a:solidFill>
                  <a:srgbClr val="44566C"/>
                </a:solidFill>
                <a:latin typeface="Arial"/>
                <a:ea typeface="Arial"/>
                <a:cs typeface="Arial"/>
              </a:defRPr>
            </a:lvl7pPr>
            <a:lvl8pPr>
              <a:defRPr sz="900" b="0">
                <a:solidFill>
                  <a:srgbClr val="44566C"/>
                </a:solidFill>
                <a:latin typeface="Arial"/>
                <a:ea typeface="Arial"/>
                <a:cs typeface="Arial"/>
              </a:defRPr>
            </a:lvl8pPr>
            <a:lvl9pPr>
              <a:defRPr sz="900" b="0">
                <a:solidFill>
                  <a:srgbClr val="44566C"/>
                </a:solidFill>
                <a:latin typeface="Arial"/>
                <a:ea typeface="Arial"/>
                <a:cs typeface="Arial"/>
              </a:defRPr>
            </a:lvl9pPr>
          </a:lstStyle>
          <a:p xmlns:a="http://schemas.openxmlformats.org/drawingml/2006/main">
            <a:pPr>
              <a:defRPr sz="900" b="0">
                <a:solidFill>
                  <a:srgbClr val="44566C"/>
                </a:solidFill>
                <a:latin typeface="Arial"/>
                <a:ea typeface="Arial"/>
                <a:cs typeface="Arial"/>
              </a:defRPr>
            </a:pPr>
            <a:r>
              <a:rPr sz="900" b="0">
                <a:solidFill>
                  <a:srgbClr val="44566C"/>
                </a:solidFill>
                <a:latin typeface="Arial"/>
                <a:ea typeface="Arial"/>
                <a:cs typeface="Arial"/>
              </a:rPr>
              <a:t>3 / 4</a:t>
            </a:r>
          </a:p>
        </p:txBody>
      </p:sp>
      <p:sp>
        <p:nvSpPr>
          <p:cNvPr id="5" name="method">
            <a:extLst xmlns:a="http://schemas.openxmlformats.org/drawingml/2006/main">
              <a:ext uri="{FF2B5EF4-FFF2-40B4-BE49-F238E27FC236}">
                <a16:creationId xmlns:a16="http://schemas.microsoft.com/office/drawing/2014/main" id="{CABA30BF-3914-4B71-B1E5-7532766D4463}"/>
              </a:ext>
            </a:extLst>
          </p:cNvPr>
          <p:cNvSpPr>
            <a:spLocks xmlns:a="http://schemas.openxmlformats.org/drawingml/2006/main" noGrp="1"/>
          </p:cNvSpPr>
          <p:nvPr/>
        </p:nvSpPr>
        <p:spPr>
          <a:xfrm xmlns:a="http://schemas.openxmlformats.org/drawingml/2006/main">
            <a:off x="619125" y="1257300"/>
            <a:ext cx="7334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350" b="1">
                <a:solidFill>
                  <a:srgbClr val="44566C"/>
                </a:solidFill>
                <a:latin typeface="Arial"/>
                <a:ea typeface="Arial"/>
                <a:cs typeface="Arial"/>
              </a:defRPr>
            </a:defPPr>
            <a:lvl1pPr>
              <a:defRPr sz="1350" b="1">
                <a:solidFill>
                  <a:srgbClr val="44566C"/>
                </a:solidFill>
                <a:latin typeface="Arial"/>
                <a:ea typeface="Arial"/>
                <a:cs typeface="Arial"/>
              </a:defRPr>
            </a:lvl1pPr>
            <a:lvl2pPr>
              <a:defRPr sz="1350" b="1">
                <a:solidFill>
                  <a:srgbClr val="44566C"/>
                </a:solidFill>
                <a:latin typeface="Arial"/>
                <a:ea typeface="Arial"/>
                <a:cs typeface="Arial"/>
              </a:defRPr>
            </a:lvl2pPr>
            <a:lvl3pPr>
              <a:defRPr sz="1350" b="1">
                <a:solidFill>
                  <a:srgbClr val="44566C"/>
                </a:solidFill>
                <a:latin typeface="Arial"/>
                <a:ea typeface="Arial"/>
                <a:cs typeface="Arial"/>
              </a:defRPr>
            </a:lvl3pPr>
            <a:lvl4pPr>
              <a:defRPr sz="1350" b="1">
                <a:solidFill>
                  <a:srgbClr val="44566C"/>
                </a:solidFill>
                <a:latin typeface="Arial"/>
                <a:ea typeface="Arial"/>
                <a:cs typeface="Arial"/>
              </a:defRPr>
            </a:lvl4pPr>
            <a:lvl5pPr>
              <a:defRPr sz="1350" b="1">
                <a:solidFill>
                  <a:srgbClr val="44566C"/>
                </a:solidFill>
                <a:latin typeface="Arial"/>
                <a:ea typeface="Arial"/>
                <a:cs typeface="Arial"/>
              </a:defRPr>
            </a:lvl5pPr>
            <a:lvl6pPr>
              <a:defRPr sz="1350" b="1">
                <a:solidFill>
                  <a:srgbClr val="44566C"/>
                </a:solidFill>
                <a:latin typeface="Arial"/>
                <a:ea typeface="Arial"/>
                <a:cs typeface="Arial"/>
              </a:defRPr>
            </a:lvl6pPr>
            <a:lvl7pPr>
              <a:defRPr sz="1350" b="1">
                <a:solidFill>
                  <a:srgbClr val="44566C"/>
                </a:solidFill>
                <a:latin typeface="Arial"/>
                <a:ea typeface="Arial"/>
                <a:cs typeface="Arial"/>
              </a:defRPr>
            </a:lvl7pPr>
            <a:lvl8pPr>
              <a:defRPr sz="1350" b="1">
                <a:solidFill>
                  <a:srgbClr val="44566C"/>
                </a:solidFill>
                <a:latin typeface="Arial"/>
                <a:ea typeface="Arial"/>
                <a:cs typeface="Arial"/>
              </a:defRPr>
            </a:lvl8pPr>
            <a:lvl9pPr>
              <a:defRPr sz="1350" b="1">
                <a:solidFill>
                  <a:srgbClr val="44566C"/>
                </a:solidFill>
                <a:latin typeface="Arial"/>
                <a:ea typeface="Arial"/>
                <a:cs typeface="Arial"/>
              </a:defRPr>
            </a:lvl9pPr>
          </a:lstStyle>
          <a:p xmlns:a="http://schemas.openxmlformats.org/drawingml/2006/main">
            <a:pPr>
              <a:defRPr sz="1350" b="1">
                <a:solidFill>
                  <a:srgbClr val="44566C"/>
                </a:solidFill>
                <a:latin typeface="Arial"/>
                <a:ea typeface="Arial"/>
                <a:cs typeface="Arial"/>
              </a:defRPr>
            </a:pPr>
            <a:r>
              <a:rPr sz="1350" b="1">
                <a:solidFill>
                  <a:srgbClr val="44566C"/>
                </a:solidFill>
                <a:latin typeface="Arial"/>
                <a:ea typeface="Arial"/>
                <a:cs typeface="Arial"/>
              </a:rPr>
              <a:t>BigQuery · 10 homepages · one monthly snapshot</a:t>
            </a:r>
          </a:p>
        </p:txBody>
      </p:sp>
      <p:sp>
        <p:nvSpPr>
          <p:cNvPr id="6" name="weight-label">
            <a:extLst xmlns:a="http://schemas.openxmlformats.org/drawingml/2006/main">
              <a:ext uri="{FF2B5EF4-FFF2-40B4-BE49-F238E27FC236}">
                <a16:creationId xmlns:a16="http://schemas.microsoft.com/office/drawing/2014/main" id="{DB63F806-6DD1-4EA2-8EEC-AB6B5E044329}"/>
              </a:ext>
            </a:extLst>
          </p:cNvPr>
          <p:cNvSpPr>
            <a:spLocks xmlns:a="http://schemas.openxmlformats.org/drawingml/2006/main" noGrp="1"/>
          </p:cNvSpPr>
          <p:nvPr/>
        </p:nvSpPr>
        <p:spPr>
          <a:xfrm xmlns:a="http://schemas.openxmlformats.org/drawingml/2006/main">
            <a:off x="619125" y="1638300"/>
            <a:ext cx="4762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75" b="1">
                <a:solidFill>
                  <a:srgbClr val="44566C"/>
                </a:solidFill>
                <a:latin typeface="Arial"/>
                <a:ea typeface="Arial"/>
                <a:cs typeface="Arial"/>
              </a:defRPr>
            </a:defPPr>
            <a:lvl1pPr>
              <a:defRPr sz="1275" b="1">
                <a:solidFill>
                  <a:srgbClr val="44566C"/>
                </a:solidFill>
                <a:latin typeface="Arial"/>
                <a:ea typeface="Arial"/>
                <a:cs typeface="Arial"/>
              </a:defRPr>
            </a:lvl1pPr>
            <a:lvl2pPr>
              <a:defRPr sz="1275" b="1">
                <a:solidFill>
                  <a:srgbClr val="44566C"/>
                </a:solidFill>
                <a:latin typeface="Arial"/>
                <a:ea typeface="Arial"/>
                <a:cs typeface="Arial"/>
              </a:defRPr>
            </a:lvl2pPr>
            <a:lvl3pPr>
              <a:defRPr sz="1275" b="1">
                <a:solidFill>
                  <a:srgbClr val="44566C"/>
                </a:solidFill>
                <a:latin typeface="Arial"/>
                <a:ea typeface="Arial"/>
                <a:cs typeface="Arial"/>
              </a:defRPr>
            </a:lvl3pPr>
            <a:lvl4pPr>
              <a:defRPr sz="1275" b="1">
                <a:solidFill>
                  <a:srgbClr val="44566C"/>
                </a:solidFill>
                <a:latin typeface="Arial"/>
                <a:ea typeface="Arial"/>
                <a:cs typeface="Arial"/>
              </a:defRPr>
            </a:lvl4pPr>
            <a:lvl5pPr>
              <a:defRPr sz="1275" b="1">
                <a:solidFill>
                  <a:srgbClr val="44566C"/>
                </a:solidFill>
                <a:latin typeface="Arial"/>
                <a:ea typeface="Arial"/>
                <a:cs typeface="Arial"/>
              </a:defRPr>
            </a:lvl5pPr>
            <a:lvl6pPr>
              <a:defRPr sz="1275" b="1">
                <a:solidFill>
                  <a:srgbClr val="44566C"/>
                </a:solidFill>
                <a:latin typeface="Arial"/>
                <a:ea typeface="Arial"/>
                <a:cs typeface="Arial"/>
              </a:defRPr>
            </a:lvl6pPr>
            <a:lvl7pPr>
              <a:defRPr sz="1275" b="1">
                <a:solidFill>
                  <a:srgbClr val="44566C"/>
                </a:solidFill>
                <a:latin typeface="Arial"/>
                <a:ea typeface="Arial"/>
                <a:cs typeface="Arial"/>
              </a:defRPr>
            </a:lvl7pPr>
            <a:lvl8pPr>
              <a:defRPr sz="1275" b="1">
                <a:solidFill>
                  <a:srgbClr val="44566C"/>
                </a:solidFill>
                <a:latin typeface="Arial"/>
                <a:ea typeface="Arial"/>
                <a:cs typeface="Arial"/>
              </a:defRPr>
            </a:lvl8pPr>
            <a:lvl9pPr>
              <a:defRPr sz="1275" b="1">
                <a:solidFill>
                  <a:srgbClr val="44566C"/>
                </a:solidFill>
                <a:latin typeface="Arial"/>
                <a:ea typeface="Arial"/>
                <a:cs typeface="Arial"/>
              </a:defRPr>
            </a:lvl9pPr>
          </a:lstStyle>
          <a:p xmlns:a="http://schemas.openxmlformats.org/drawingml/2006/main">
            <a:pPr>
              <a:defRPr sz="1275" b="1">
                <a:solidFill>
                  <a:srgbClr val="44566C"/>
                </a:solidFill>
                <a:latin typeface="Arial"/>
                <a:ea typeface="Arial"/>
                <a:cs typeface="Arial"/>
              </a:defRPr>
            </a:pPr>
            <a:r>
              <a:rPr sz="1275" b="1">
                <a:solidFill>
                  <a:srgbClr val="44566C"/>
                </a:solidFill>
                <a:latin typeface="Arial"/>
                <a:ea typeface="Arial"/>
                <a:cs typeface="Arial"/>
              </a:rPr>
              <a:t>Transferred data by resource type, MB</a:t>
            </a:r>
          </a:p>
        </p:txBody>
      </p:sp>
      <p:graphicFrame>
        <p:nvGraphicFramePr>
          <p:cNvPr id="7" name="Chart">
            <a:extLst xmlns:a="http://schemas.openxmlformats.org/drawingml/2006/main">
              <a:ext uri="{FF2B5EF4-FFF2-40B4-BE49-F238E27FC236}">
                <a16:creationId xmlns:a16="http://schemas.microsoft.com/office/drawing/2014/main" id="{67E9130F-9DB4-445C-B8A7-8F8305D059CE}"/>
              </a:ext>
            </a:extLst>
          </p:cNvPr>
          <p:cNvGraphicFramePr/>
          <p:nvPr/>
        </p:nvGraphicFramePr>
        <p:xfrm>
          <a:off xmlns:a="http://schemas.openxmlformats.org/drawingml/2006/main" x="571500" y="1952625"/>
          <a:ext xmlns:a="http://schemas.openxmlformats.org/drawingml/2006/main" cx="5143500" cy="2457450"/>
        </p:xfrm>
        <a:graphic xmlns:a="http://schemas.openxmlformats.org/drawingml/2006/main">
          <a:graphicData uri="http://schemas.openxmlformats.org/drawingml/2006/chart">
            <c:chart xmlns:r="http://schemas.openxmlformats.org/officeDocument/2006/relationships" xmlns:c="http://schemas.openxmlformats.org/drawingml/2006/chart" r:id="R50c7d4b242594880"/>
          </a:graphicData>
        </a:graphic>
      </p:graphicFrame>
      <p:sp>
        <p:nvSpPr>
          <p:cNvPr id="8" name="finding1-title">
            <a:extLst xmlns:a="http://schemas.openxmlformats.org/drawingml/2006/main">
              <a:ext uri="{FF2B5EF4-FFF2-40B4-BE49-F238E27FC236}">
                <a16:creationId xmlns:a16="http://schemas.microsoft.com/office/drawing/2014/main" id="{199C849E-F430-4697-884D-8C3A4F321F7E}"/>
              </a:ext>
            </a:extLst>
          </p:cNvPr>
          <p:cNvSpPr>
            <a:spLocks xmlns:a="http://schemas.openxmlformats.org/drawingml/2006/main" noGrp="1"/>
          </p:cNvSpPr>
          <p:nvPr/>
        </p:nvSpPr>
        <p:spPr>
          <a:xfrm xmlns:a="http://schemas.openxmlformats.org/drawingml/2006/main">
            <a:off x="5953125" y="1952625"/>
            <a:ext cx="21907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75" b="1">
                <a:solidFill>
                  <a:srgbClr val="082779"/>
                </a:solidFill>
                <a:latin typeface="Arial"/>
                <a:ea typeface="Arial"/>
                <a:cs typeface="Arial"/>
              </a:defRPr>
            </a:defPPr>
            <a:lvl1pPr>
              <a:defRPr sz="1575" b="1">
                <a:solidFill>
                  <a:srgbClr val="082779"/>
                </a:solidFill>
                <a:latin typeface="Arial"/>
                <a:ea typeface="Arial"/>
                <a:cs typeface="Arial"/>
              </a:defRPr>
            </a:lvl1pPr>
            <a:lvl2pPr>
              <a:defRPr sz="1575" b="1">
                <a:solidFill>
                  <a:srgbClr val="082779"/>
                </a:solidFill>
                <a:latin typeface="Arial"/>
                <a:ea typeface="Arial"/>
                <a:cs typeface="Arial"/>
              </a:defRPr>
            </a:lvl2pPr>
            <a:lvl3pPr>
              <a:defRPr sz="1575" b="1">
                <a:solidFill>
                  <a:srgbClr val="082779"/>
                </a:solidFill>
                <a:latin typeface="Arial"/>
                <a:ea typeface="Arial"/>
                <a:cs typeface="Arial"/>
              </a:defRPr>
            </a:lvl3pPr>
            <a:lvl4pPr>
              <a:defRPr sz="1575" b="1">
                <a:solidFill>
                  <a:srgbClr val="082779"/>
                </a:solidFill>
                <a:latin typeface="Arial"/>
                <a:ea typeface="Arial"/>
                <a:cs typeface="Arial"/>
              </a:defRPr>
            </a:lvl4pPr>
            <a:lvl5pPr>
              <a:defRPr sz="1575" b="1">
                <a:solidFill>
                  <a:srgbClr val="082779"/>
                </a:solidFill>
                <a:latin typeface="Arial"/>
                <a:ea typeface="Arial"/>
                <a:cs typeface="Arial"/>
              </a:defRPr>
            </a:lvl5pPr>
            <a:lvl6pPr>
              <a:defRPr sz="1575" b="1">
                <a:solidFill>
                  <a:srgbClr val="082779"/>
                </a:solidFill>
                <a:latin typeface="Arial"/>
                <a:ea typeface="Arial"/>
                <a:cs typeface="Arial"/>
              </a:defRPr>
            </a:lvl6pPr>
            <a:lvl7pPr>
              <a:defRPr sz="1575" b="1">
                <a:solidFill>
                  <a:srgbClr val="082779"/>
                </a:solidFill>
                <a:latin typeface="Arial"/>
                <a:ea typeface="Arial"/>
                <a:cs typeface="Arial"/>
              </a:defRPr>
            </a:lvl7pPr>
            <a:lvl8pPr>
              <a:defRPr sz="1575" b="1">
                <a:solidFill>
                  <a:srgbClr val="082779"/>
                </a:solidFill>
                <a:latin typeface="Arial"/>
                <a:ea typeface="Arial"/>
                <a:cs typeface="Arial"/>
              </a:defRPr>
            </a:lvl8pPr>
            <a:lvl9pPr>
              <a:defRPr sz="1575" b="1">
                <a:solidFill>
                  <a:srgbClr val="082779"/>
                </a:solidFill>
                <a:latin typeface="Arial"/>
                <a:ea typeface="Arial"/>
                <a:cs typeface="Arial"/>
              </a:defRPr>
            </a:lvl9pPr>
          </a:lstStyle>
          <a:p xmlns:a="http://schemas.openxmlformats.org/drawingml/2006/main">
            <a:pPr>
              <a:defRPr sz="1575" b="1">
                <a:solidFill>
                  <a:srgbClr val="082779"/>
                </a:solidFill>
                <a:latin typeface="Arial"/>
                <a:ea typeface="Arial"/>
                <a:cs typeface="Arial"/>
              </a:defRPr>
            </a:pPr>
            <a:r>
              <a:rPr sz="1575" b="1">
                <a:solidFill>
                  <a:srgbClr val="082779"/>
                </a:solidFill>
                <a:latin typeface="Arial"/>
                <a:ea typeface="Arial"/>
                <a:cs typeface="Arial"/>
              </a:rPr>
              <a:t>Images</a:t>
            </a:r>
          </a:p>
        </p:txBody>
      </p:sp>
      <p:sp>
        <p:nvSpPr>
          <p:cNvPr id="9" name="finding1">
            <a:extLst xmlns:a="http://schemas.openxmlformats.org/drawingml/2006/main">
              <a:ext uri="{FF2B5EF4-FFF2-40B4-BE49-F238E27FC236}">
                <a16:creationId xmlns:a16="http://schemas.microsoft.com/office/drawing/2014/main" id="{0EFAF3F4-7D2B-4C25-909F-A01505B1ACAA}"/>
              </a:ext>
            </a:extLst>
          </p:cNvPr>
          <p:cNvSpPr>
            <a:spLocks xmlns:a="http://schemas.openxmlformats.org/drawingml/2006/main" noGrp="1"/>
          </p:cNvSpPr>
          <p:nvPr/>
        </p:nvSpPr>
        <p:spPr>
          <a:xfrm xmlns:a="http://schemas.openxmlformats.org/drawingml/2006/main">
            <a:off x="5953125" y="2286000"/>
            <a:ext cx="21907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75" b="0">
                <a:solidFill>
                  <a:srgbClr val="44566C"/>
                </a:solidFill>
                <a:latin typeface="Arial"/>
                <a:ea typeface="Arial"/>
                <a:cs typeface="Arial"/>
              </a:defRPr>
            </a:defPPr>
            <a:lvl1pPr>
              <a:defRPr sz="1575" b="0">
                <a:solidFill>
                  <a:srgbClr val="44566C"/>
                </a:solidFill>
                <a:latin typeface="Arial"/>
                <a:ea typeface="Arial"/>
                <a:cs typeface="Arial"/>
              </a:defRPr>
            </a:lvl1pPr>
            <a:lvl2pPr>
              <a:defRPr sz="1575" b="0">
                <a:solidFill>
                  <a:srgbClr val="44566C"/>
                </a:solidFill>
                <a:latin typeface="Arial"/>
                <a:ea typeface="Arial"/>
                <a:cs typeface="Arial"/>
              </a:defRPr>
            </a:lvl2pPr>
            <a:lvl3pPr>
              <a:defRPr sz="1575" b="0">
                <a:solidFill>
                  <a:srgbClr val="44566C"/>
                </a:solidFill>
                <a:latin typeface="Arial"/>
                <a:ea typeface="Arial"/>
                <a:cs typeface="Arial"/>
              </a:defRPr>
            </a:lvl3pPr>
            <a:lvl4pPr>
              <a:defRPr sz="1575" b="0">
                <a:solidFill>
                  <a:srgbClr val="44566C"/>
                </a:solidFill>
                <a:latin typeface="Arial"/>
                <a:ea typeface="Arial"/>
                <a:cs typeface="Arial"/>
              </a:defRPr>
            </a:lvl4pPr>
            <a:lvl5pPr>
              <a:defRPr sz="1575" b="0">
                <a:solidFill>
                  <a:srgbClr val="44566C"/>
                </a:solidFill>
                <a:latin typeface="Arial"/>
                <a:ea typeface="Arial"/>
                <a:cs typeface="Arial"/>
              </a:defRPr>
            </a:lvl5pPr>
            <a:lvl6pPr>
              <a:defRPr sz="1575" b="0">
                <a:solidFill>
                  <a:srgbClr val="44566C"/>
                </a:solidFill>
                <a:latin typeface="Arial"/>
                <a:ea typeface="Arial"/>
                <a:cs typeface="Arial"/>
              </a:defRPr>
            </a:lvl6pPr>
            <a:lvl7pPr>
              <a:defRPr sz="1575" b="0">
                <a:solidFill>
                  <a:srgbClr val="44566C"/>
                </a:solidFill>
                <a:latin typeface="Arial"/>
                <a:ea typeface="Arial"/>
                <a:cs typeface="Arial"/>
              </a:defRPr>
            </a:lvl7pPr>
            <a:lvl8pPr>
              <a:defRPr sz="1575" b="0">
                <a:solidFill>
                  <a:srgbClr val="44566C"/>
                </a:solidFill>
                <a:latin typeface="Arial"/>
                <a:ea typeface="Arial"/>
                <a:cs typeface="Arial"/>
              </a:defRPr>
            </a:lvl8pPr>
            <a:lvl9pPr>
              <a:defRPr sz="1575" b="0">
                <a:solidFill>
                  <a:srgbClr val="44566C"/>
                </a:solidFill>
                <a:latin typeface="Arial"/>
                <a:ea typeface="Arial"/>
                <a:cs typeface="Arial"/>
              </a:defRPr>
            </a:lvl9pPr>
          </a:lstStyle>
          <a:p xmlns:a="http://schemas.openxmlformats.org/drawingml/2006/main">
            <a:pPr>
              <a:defRPr sz="1575" b="0">
                <a:solidFill>
                  <a:srgbClr val="44566C"/>
                </a:solidFill>
                <a:latin typeface="Arial"/>
                <a:ea typeface="Arial"/>
                <a:cs typeface="Arial"/>
              </a:defRPr>
            </a:pPr>
            <a:r>
              <a:rPr sz="1575" b="0">
                <a:solidFill>
                  <a:srgbClr val="44566C"/>
                </a:solidFill>
                <a:latin typeface="Arial"/>
                <a:ea typeface="Arial"/>
                <a:cs typeface="Arial"/>
              </a:rPr>
              <a:t>DRK and Lebenshilfe:</a:t>
            </a:r>
          </a:p>
          <a:p xmlns:a="http://schemas.openxmlformats.org/drawingml/2006/main">
            <a:pPr>
              <a:defRPr sz="1575" b="0">
                <a:solidFill>
                  <a:srgbClr val="44566C"/>
                </a:solidFill>
                <a:latin typeface="Arial"/>
                <a:ea typeface="Arial"/>
                <a:cs typeface="Arial"/>
              </a:defRPr>
            </a:pPr>
            <a:r>
              <a:rPr sz="1575" b="0">
                <a:solidFill>
                  <a:srgbClr val="44566C"/>
                </a:solidFill>
                <a:latin typeface="Arial"/>
                <a:ea typeface="Arial"/>
                <a:cs typeface="Arial"/>
              </a:rPr>
              <a:t>about ¾ of page weight</a:t>
            </a:r>
          </a:p>
        </p:txBody>
      </p:sp>
      <p:sp>
        <p:nvSpPr>
          <p:cNvPr id="10" name="finding2-title">
            <a:extLst xmlns:a="http://schemas.openxmlformats.org/drawingml/2006/main">
              <a:ext uri="{FF2B5EF4-FFF2-40B4-BE49-F238E27FC236}">
                <a16:creationId xmlns:a16="http://schemas.microsoft.com/office/drawing/2014/main" id="{53D5E8D6-B996-4BFB-BF8D-0B360A5FD284}"/>
              </a:ext>
            </a:extLst>
          </p:cNvPr>
          <p:cNvSpPr>
            <a:spLocks xmlns:a="http://schemas.openxmlformats.org/drawingml/2006/main" noGrp="1"/>
          </p:cNvSpPr>
          <p:nvPr/>
        </p:nvSpPr>
        <p:spPr>
          <a:xfrm xmlns:a="http://schemas.openxmlformats.org/drawingml/2006/main">
            <a:off x="5953125" y="3095625"/>
            <a:ext cx="21907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75" b="1">
                <a:solidFill>
                  <a:srgbClr val="082779"/>
                </a:solidFill>
                <a:latin typeface="Arial"/>
                <a:ea typeface="Arial"/>
                <a:cs typeface="Arial"/>
              </a:defRPr>
            </a:defPPr>
            <a:lvl1pPr>
              <a:defRPr sz="1575" b="1">
                <a:solidFill>
                  <a:srgbClr val="082779"/>
                </a:solidFill>
                <a:latin typeface="Arial"/>
                <a:ea typeface="Arial"/>
                <a:cs typeface="Arial"/>
              </a:defRPr>
            </a:lvl1pPr>
            <a:lvl2pPr>
              <a:defRPr sz="1575" b="1">
                <a:solidFill>
                  <a:srgbClr val="082779"/>
                </a:solidFill>
                <a:latin typeface="Arial"/>
                <a:ea typeface="Arial"/>
                <a:cs typeface="Arial"/>
              </a:defRPr>
            </a:lvl2pPr>
            <a:lvl3pPr>
              <a:defRPr sz="1575" b="1">
                <a:solidFill>
                  <a:srgbClr val="082779"/>
                </a:solidFill>
                <a:latin typeface="Arial"/>
                <a:ea typeface="Arial"/>
                <a:cs typeface="Arial"/>
              </a:defRPr>
            </a:lvl3pPr>
            <a:lvl4pPr>
              <a:defRPr sz="1575" b="1">
                <a:solidFill>
                  <a:srgbClr val="082779"/>
                </a:solidFill>
                <a:latin typeface="Arial"/>
                <a:ea typeface="Arial"/>
                <a:cs typeface="Arial"/>
              </a:defRPr>
            </a:lvl4pPr>
            <a:lvl5pPr>
              <a:defRPr sz="1575" b="1">
                <a:solidFill>
                  <a:srgbClr val="082779"/>
                </a:solidFill>
                <a:latin typeface="Arial"/>
                <a:ea typeface="Arial"/>
                <a:cs typeface="Arial"/>
              </a:defRPr>
            </a:lvl5pPr>
            <a:lvl6pPr>
              <a:defRPr sz="1575" b="1">
                <a:solidFill>
                  <a:srgbClr val="082779"/>
                </a:solidFill>
                <a:latin typeface="Arial"/>
                <a:ea typeface="Arial"/>
                <a:cs typeface="Arial"/>
              </a:defRPr>
            </a:lvl6pPr>
            <a:lvl7pPr>
              <a:defRPr sz="1575" b="1">
                <a:solidFill>
                  <a:srgbClr val="082779"/>
                </a:solidFill>
                <a:latin typeface="Arial"/>
                <a:ea typeface="Arial"/>
                <a:cs typeface="Arial"/>
              </a:defRPr>
            </a:lvl7pPr>
            <a:lvl8pPr>
              <a:defRPr sz="1575" b="1">
                <a:solidFill>
                  <a:srgbClr val="082779"/>
                </a:solidFill>
                <a:latin typeface="Arial"/>
                <a:ea typeface="Arial"/>
                <a:cs typeface="Arial"/>
              </a:defRPr>
            </a:lvl8pPr>
            <a:lvl9pPr>
              <a:defRPr sz="1575" b="1">
                <a:solidFill>
                  <a:srgbClr val="082779"/>
                </a:solidFill>
                <a:latin typeface="Arial"/>
                <a:ea typeface="Arial"/>
                <a:cs typeface="Arial"/>
              </a:defRPr>
            </a:lvl9pPr>
          </a:lstStyle>
          <a:p xmlns:a="http://schemas.openxmlformats.org/drawingml/2006/main">
            <a:pPr>
              <a:defRPr sz="1575" b="1">
                <a:solidFill>
                  <a:srgbClr val="082779"/>
                </a:solidFill>
                <a:latin typeface="Arial"/>
                <a:ea typeface="Arial"/>
                <a:cs typeface="Arial"/>
              </a:defRPr>
            </a:pPr>
            <a:r>
              <a:rPr sz="1575" b="1">
                <a:solidFill>
                  <a:srgbClr val="082779"/>
                </a:solidFill>
                <a:latin typeface="Arial"/>
                <a:ea typeface="Arial"/>
                <a:cs typeface="Arial"/>
              </a:rPr>
              <a:t>Fonts</a:t>
            </a:r>
          </a:p>
        </p:txBody>
      </p:sp>
      <p:sp>
        <p:nvSpPr>
          <p:cNvPr id="11" name="finding2">
            <a:extLst xmlns:a="http://schemas.openxmlformats.org/drawingml/2006/main">
              <a:ext uri="{FF2B5EF4-FFF2-40B4-BE49-F238E27FC236}">
                <a16:creationId xmlns:a16="http://schemas.microsoft.com/office/drawing/2014/main" id="{B413881E-9F29-49EA-8A7A-38BDCFAF81AC}"/>
              </a:ext>
            </a:extLst>
          </p:cNvPr>
          <p:cNvSpPr>
            <a:spLocks xmlns:a="http://schemas.openxmlformats.org/drawingml/2006/main" noGrp="1"/>
          </p:cNvSpPr>
          <p:nvPr/>
        </p:nvSpPr>
        <p:spPr>
          <a:xfrm xmlns:a="http://schemas.openxmlformats.org/drawingml/2006/main">
            <a:off x="5953125" y="3429000"/>
            <a:ext cx="21907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75" b="0">
                <a:solidFill>
                  <a:srgbClr val="44566C"/>
                </a:solidFill>
                <a:latin typeface="Arial"/>
                <a:ea typeface="Arial"/>
                <a:cs typeface="Arial"/>
              </a:defRPr>
            </a:defPPr>
            <a:lvl1pPr>
              <a:defRPr sz="1575" b="0">
                <a:solidFill>
                  <a:srgbClr val="44566C"/>
                </a:solidFill>
                <a:latin typeface="Arial"/>
                <a:ea typeface="Arial"/>
                <a:cs typeface="Arial"/>
              </a:defRPr>
            </a:lvl1pPr>
            <a:lvl2pPr>
              <a:defRPr sz="1575" b="0">
                <a:solidFill>
                  <a:srgbClr val="44566C"/>
                </a:solidFill>
                <a:latin typeface="Arial"/>
                <a:ea typeface="Arial"/>
                <a:cs typeface="Arial"/>
              </a:defRPr>
            </a:lvl2pPr>
            <a:lvl3pPr>
              <a:defRPr sz="1575" b="0">
                <a:solidFill>
                  <a:srgbClr val="44566C"/>
                </a:solidFill>
                <a:latin typeface="Arial"/>
                <a:ea typeface="Arial"/>
                <a:cs typeface="Arial"/>
              </a:defRPr>
            </a:lvl3pPr>
            <a:lvl4pPr>
              <a:defRPr sz="1575" b="0">
                <a:solidFill>
                  <a:srgbClr val="44566C"/>
                </a:solidFill>
                <a:latin typeface="Arial"/>
                <a:ea typeface="Arial"/>
                <a:cs typeface="Arial"/>
              </a:defRPr>
            </a:lvl4pPr>
            <a:lvl5pPr>
              <a:defRPr sz="1575" b="0">
                <a:solidFill>
                  <a:srgbClr val="44566C"/>
                </a:solidFill>
                <a:latin typeface="Arial"/>
                <a:ea typeface="Arial"/>
                <a:cs typeface="Arial"/>
              </a:defRPr>
            </a:lvl5pPr>
            <a:lvl6pPr>
              <a:defRPr sz="1575" b="0">
                <a:solidFill>
                  <a:srgbClr val="44566C"/>
                </a:solidFill>
                <a:latin typeface="Arial"/>
                <a:ea typeface="Arial"/>
                <a:cs typeface="Arial"/>
              </a:defRPr>
            </a:lvl6pPr>
            <a:lvl7pPr>
              <a:defRPr sz="1575" b="0">
                <a:solidFill>
                  <a:srgbClr val="44566C"/>
                </a:solidFill>
                <a:latin typeface="Arial"/>
                <a:ea typeface="Arial"/>
                <a:cs typeface="Arial"/>
              </a:defRPr>
            </a:lvl7pPr>
            <a:lvl8pPr>
              <a:defRPr sz="1575" b="0">
                <a:solidFill>
                  <a:srgbClr val="44566C"/>
                </a:solidFill>
                <a:latin typeface="Arial"/>
                <a:ea typeface="Arial"/>
                <a:cs typeface="Arial"/>
              </a:defRPr>
            </a:lvl8pPr>
            <a:lvl9pPr>
              <a:defRPr sz="1575" b="0">
                <a:solidFill>
                  <a:srgbClr val="44566C"/>
                </a:solidFill>
                <a:latin typeface="Arial"/>
                <a:ea typeface="Arial"/>
                <a:cs typeface="Arial"/>
              </a:defRPr>
            </a:lvl9pPr>
          </a:lstStyle>
          <a:p xmlns:a="http://schemas.openxmlformats.org/drawingml/2006/main">
            <a:pPr>
              <a:defRPr sz="1575" b="0">
                <a:solidFill>
                  <a:srgbClr val="44566C"/>
                </a:solidFill>
                <a:latin typeface="Arial"/>
                <a:ea typeface="Arial"/>
                <a:cs typeface="Arial"/>
              </a:defRPr>
            </a:pPr>
            <a:r>
              <a:rPr sz="1575" b="0">
                <a:solidFill>
                  <a:srgbClr val="44566C"/>
                </a:solidFill>
                <a:latin typeface="Arial"/>
                <a:ea typeface="Arial"/>
                <a:cs typeface="Arial"/>
              </a:rPr>
              <a:t>Caritas:</a:t>
            </a:r>
          </a:p>
          <a:p xmlns:a="http://schemas.openxmlformats.org/drawingml/2006/main">
            <a:pPr>
              <a:defRPr sz="1575" b="0">
                <a:solidFill>
                  <a:srgbClr val="44566C"/>
                </a:solidFill>
                <a:latin typeface="Arial"/>
                <a:ea typeface="Arial"/>
                <a:cs typeface="Arial"/>
              </a:defRPr>
            </a:pPr>
            <a:r>
              <a:rPr sz="1575" b="0">
                <a:solidFill>
                  <a:srgbClr val="44566C"/>
                </a:solidFill>
                <a:latin typeface="Arial"/>
                <a:ea typeface="Arial"/>
                <a:cs typeface="Arial"/>
              </a:rPr>
              <a:t>about ⅓ of page weight</a:t>
            </a:r>
          </a:p>
        </p:txBody>
      </p:sp>
      <p:sp>
        <p:nvSpPr>
          <p:cNvPr id="12" name="weight-caveat">
            <a:extLst xmlns:a="http://schemas.openxmlformats.org/drawingml/2006/main">
              <a:ext uri="{FF2B5EF4-FFF2-40B4-BE49-F238E27FC236}">
                <a16:creationId xmlns:a16="http://schemas.microsoft.com/office/drawing/2014/main" id="{39C2EF97-510E-4DC9-8955-664829EECBB9}"/>
              </a:ext>
            </a:extLst>
          </p:cNvPr>
          <p:cNvSpPr>
            <a:spLocks xmlns:a="http://schemas.openxmlformats.org/drawingml/2006/main" noGrp="1"/>
          </p:cNvSpPr>
          <p:nvPr/>
        </p:nvSpPr>
        <p:spPr>
          <a:xfrm xmlns:a="http://schemas.openxmlformats.org/drawingml/2006/main">
            <a:off x="619125" y="4514850"/>
            <a:ext cx="7334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900" b="0">
                <a:solidFill>
                  <a:srgbClr val="44566C"/>
                </a:solidFill>
                <a:latin typeface="Arial"/>
                <a:ea typeface="Arial"/>
                <a:cs typeface="Arial"/>
              </a:defRPr>
            </a:defPPr>
            <a:lvl1pPr>
              <a:defRPr sz="900" b="0">
                <a:solidFill>
                  <a:srgbClr val="44566C"/>
                </a:solidFill>
                <a:latin typeface="Arial"/>
                <a:ea typeface="Arial"/>
                <a:cs typeface="Arial"/>
              </a:defRPr>
            </a:lvl1pPr>
            <a:lvl2pPr>
              <a:defRPr sz="900" b="0">
                <a:solidFill>
                  <a:srgbClr val="44566C"/>
                </a:solidFill>
                <a:latin typeface="Arial"/>
                <a:ea typeface="Arial"/>
                <a:cs typeface="Arial"/>
              </a:defRPr>
            </a:lvl2pPr>
            <a:lvl3pPr>
              <a:defRPr sz="900" b="0">
                <a:solidFill>
                  <a:srgbClr val="44566C"/>
                </a:solidFill>
                <a:latin typeface="Arial"/>
                <a:ea typeface="Arial"/>
                <a:cs typeface="Arial"/>
              </a:defRPr>
            </a:lvl3pPr>
            <a:lvl4pPr>
              <a:defRPr sz="900" b="0">
                <a:solidFill>
                  <a:srgbClr val="44566C"/>
                </a:solidFill>
                <a:latin typeface="Arial"/>
                <a:ea typeface="Arial"/>
                <a:cs typeface="Arial"/>
              </a:defRPr>
            </a:lvl4pPr>
            <a:lvl5pPr>
              <a:defRPr sz="900" b="0">
                <a:solidFill>
                  <a:srgbClr val="44566C"/>
                </a:solidFill>
                <a:latin typeface="Arial"/>
                <a:ea typeface="Arial"/>
                <a:cs typeface="Arial"/>
              </a:defRPr>
            </a:lvl5pPr>
            <a:lvl6pPr>
              <a:defRPr sz="900" b="0">
                <a:solidFill>
                  <a:srgbClr val="44566C"/>
                </a:solidFill>
                <a:latin typeface="Arial"/>
                <a:ea typeface="Arial"/>
                <a:cs typeface="Arial"/>
              </a:defRPr>
            </a:lvl6pPr>
            <a:lvl7pPr>
              <a:defRPr sz="900" b="0">
                <a:solidFill>
                  <a:srgbClr val="44566C"/>
                </a:solidFill>
                <a:latin typeface="Arial"/>
                <a:ea typeface="Arial"/>
                <a:cs typeface="Arial"/>
              </a:defRPr>
            </a:lvl7pPr>
            <a:lvl8pPr>
              <a:defRPr sz="900" b="0">
                <a:solidFill>
                  <a:srgbClr val="44566C"/>
                </a:solidFill>
                <a:latin typeface="Arial"/>
                <a:ea typeface="Arial"/>
                <a:cs typeface="Arial"/>
              </a:defRPr>
            </a:lvl8pPr>
            <a:lvl9pPr>
              <a:defRPr sz="900" b="0">
                <a:solidFill>
                  <a:srgbClr val="44566C"/>
                </a:solidFill>
                <a:latin typeface="Arial"/>
                <a:ea typeface="Arial"/>
                <a:cs typeface="Arial"/>
              </a:defRPr>
            </a:lvl9pPr>
          </a:lstStyle>
          <a:p xmlns:a="http://schemas.openxmlformats.org/drawingml/2006/main">
            <a:pPr>
              <a:defRPr sz="900" b="0">
                <a:solidFill>
                  <a:srgbClr val="44566C"/>
                </a:solidFill>
                <a:latin typeface="Arial"/>
                <a:ea typeface="Arial"/>
                <a:cs typeface="Arial"/>
              </a:defRPr>
            </a:pPr>
            <a:r>
              <a:rPr sz="900" b="0">
                <a:solidFill>
                  <a:srgbClr val="44566C"/>
                </a:solidFill>
                <a:latin typeface="Arial"/>
                <a:ea typeface="Arial"/>
                <a:cs typeface="Arial"/>
              </a:rPr>
              <a:t>MB = 1,000,000 bytes. Data from summary. Page weight alone does not establish slow loading.</a:t>
            </a:r>
          </a:p>
        </p:txBody>
      </p:sp>
    </p:spTree>
    <p:extLst>
      <p:ext uri="{BB962C8B-B14F-4D97-AF65-F5344CB8AC3E}">
        <p14:creationId xmlns:p14="http://schemas.microsoft.com/office/powerpoint/2010/main" val="661603390"/>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pic>
        <p:nvPicPr>
          <p:cNvPr id="11" name="">
            <a:extLst xmlns:a="http://schemas.openxmlformats.org/drawingml/2006/main">
              <a:ext uri="{FF2B5EF4-FFF2-40B4-BE49-F238E27FC236}">
                <a16:creationId xmlns:a16="http://schemas.microsoft.com/office/drawing/2014/main" id="{1EB25CF5-505C-4908-9EC8-580E7266B8E2}"/>
              </a:ext>
            </a:extLst>
          </p:cNvPr>
          <p:cNvPicPr>
            <a:picLocks xmlns:a="http://schemas.openxmlformats.org/drawingml/2006/main" noChangeAspect="1"/>
          </p:cNvPicPr>
          <p:nvPr/>
        </p:nvPicPr>
        <p:blipFill>
          <a:blip xmlns:r="http://schemas.openxmlformats.org/officeDocument/2006/relationships" xmlns:a="http://schemas.openxmlformats.org/drawingml/2006/main" r:embed="Rcde0dc9a4f4648dd"/>
          <a:stretch xmlns:a="http://schemas.openxmlformats.org/drawingml/2006/main"/>
        </p:blipFill>
        <p:spPr>
          <a:xfrm xmlns:a="http://schemas.openxmlformats.org/drawingml/2006/main">
            <a:off x="0" y="0"/>
            <a:ext cx="9144000" cy="5143500"/>
          </a:xfrm>
          <a:prstGeom xmlns:a="http://schemas.openxmlformats.org/drawingml/2006/main" prst="rect">
            <a:avLst/>
          </a:prstGeom>
        </p:spPr>
      </p:pic>
      <p:sp>
        <p:nvSpPr>
          <p:cNvPr id="2" name="title">
            <a:extLst xmlns:a="http://schemas.openxmlformats.org/drawingml/2006/main">
              <a:ext uri="{FF2B5EF4-FFF2-40B4-BE49-F238E27FC236}">
                <a16:creationId xmlns:a16="http://schemas.microsoft.com/office/drawing/2014/main" id="{E39ACF1A-F03F-440D-A97D-60EB7CC6CD6A}"/>
              </a:ext>
            </a:extLst>
          </p:cNvPr>
          <p:cNvSpPr>
            <a:spLocks xmlns:a="http://schemas.openxmlformats.org/drawingml/2006/main" noGrp="1"/>
          </p:cNvSpPr>
          <p:nvPr/>
        </p:nvSpPr>
        <p:spPr>
          <a:xfrm xmlns:a="http://schemas.openxmlformats.org/drawingml/2006/main">
            <a:off x="2000250" y="361950"/>
            <a:ext cx="3667125"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325" b="1">
                <a:solidFill>
                  <a:srgbClr val="44566C"/>
                </a:solidFill>
                <a:latin typeface="Arial"/>
                <a:ea typeface="Arial"/>
                <a:cs typeface="Arial"/>
              </a:defRPr>
            </a:defPPr>
            <a:lvl1pPr>
              <a:defRPr sz="2325" b="1">
                <a:solidFill>
                  <a:srgbClr val="44566C"/>
                </a:solidFill>
                <a:latin typeface="Arial"/>
                <a:ea typeface="Arial"/>
                <a:cs typeface="Arial"/>
              </a:defRPr>
            </a:lvl1pPr>
            <a:lvl2pPr>
              <a:defRPr sz="2325" b="1">
                <a:solidFill>
                  <a:srgbClr val="44566C"/>
                </a:solidFill>
                <a:latin typeface="Arial"/>
                <a:ea typeface="Arial"/>
                <a:cs typeface="Arial"/>
              </a:defRPr>
            </a:lvl2pPr>
            <a:lvl3pPr>
              <a:defRPr sz="2325" b="1">
                <a:solidFill>
                  <a:srgbClr val="44566C"/>
                </a:solidFill>
                <a:latin typeface="Arial"/>
                <a:ea typeface="Arial"/>
                <a:cs typeface="Arial"/>
              </a:defRPr>
            </a:lvl3pPr>
            <a:lvl4pPr>
              <a:defRPr sz="2325" b="1">
                <a:solidFill>
                  <a:srgbClr val="44566C"/>
                </a:solidFill>
                <a:latin typeface="Arial"/>
                <a:ea typeface="Arial"/>
                <a:cs typeface="Arial"/>
              </a:defRPr>
            </a:lvl4pPr>
            <a:lvl5pPr>
              <a:defRPr sz="2325" b="1">
                <a:solidFill>
                  <a:srgbClr val="44566C"/>
                </a:solidFill>
                <a:latin typeface="Arial"/>
                <a:ea typeface="Arial"/>
                <a:cs typeface="Arial"/>
              </a:defRPr>
            </a:lvl5pPr>
            <a:lvl6pPr>
              <a:defRPr sz="2325" b="1">
                <a:solidFill>
                  <a:srgbClr val="44566C"/>
                </a:solidFill>
                <a:latin typeface="Arial"/>
                <a:ea typeface="Arial"/>
                <a:cs typeface="Arial"/>
              </a:defRPr>
            </a:lvl6pPr>
            <a:lvl7pPr>
              <a:defRPr sz="2325" b="1">
                <a:solidFill>
                  <a:srgbClr val="44566C"/>
                </a:solidFill>
                <a:latin typeface="Arial"/>
                <a:ea typeface="Arial"/>
                <a:cs typeface="Arial"/>
              </a:defRPr>
            </a:lvl7pPr>
            <a:lvl8pPr>
              <a:defRPr sz="2325" b="1">
                <a:solidFill>
                  <a:srgbClr val="44566C"/>
                </a:solidFill>
                <a:latin typeface="Arial"/>
                <a:ea typeface="Arial"/>
                <a:cs typeface="Arial"/>
              </a:defRPr>
            </a:lvl8pPr>
            <a:lvl9pPr>
              <a:defRPr sz="2325" b="1">
                <a:solidFill>
                  <a:srgbClr val="44566C"/>
                </a:solidFill>
                <a:latin typeface="Arial"/>
                <a:ea typeface="Arial"/>
                <a:cs typeface="Arial"/>
              </a:defRPr>
            </a:lvl9pPr>
          </a:lstStyle>
          <a:p xmlns:a="http://schemas.openxmlformats.org/drawingml/2006/main">
            <a:pPr>
              <a:defRPr sz="2325" b="1">
                <a:solidFill>
                  <a:srgbClr val="44566C"/>
                </a:solidFill>
                <a:latin typeface="Arial"/>
                <a:ea typeface="Arial"/>
                <a:cs typeface="Arial"/>
              </a:defRPr>
            </a:pPr>
            <a:r>
              <a:rPr sz="2325" b="1">
                <a:solidFill>
                  <a:srgbClr val="44566C"/>
                </a:solidFill>
                <a:latin typeface="Arial"/>
                <a:ea typeface="Arial"/>
                <a:cs typeface="Arial"/>
              </a:rPr>
              <a:t>Impact and next steps</a:t>
            </a:r>
          </a:p>
        </p:txBody>
      </p:sp>
      <p:sp>
        <p:nvSpPr>
          <p:cNvPr id="3" name="footer">
            <a:extLst xmlns:a="http://schemas.openxmlformats.org/drawingml/2006/main">
              <a:ext uri="{FF2B5EF4-FFF2-40B4-BE49-F238E27FC236}">
                <a16:creationId xmlns:a16="http://schemas.microsoft.com/office/drawing/2014/main" id="{EDA5BB15-5841-4268-A650-CEB6C3820152}"/>
              </a:ext>
            </a:extLst>
          </p:cNvPr>
          <p:cNvSpPr>
            <a:spLocks xmlns:a="http://schemas.openxmlformats.org/drawingml/2006/main" noGrp="1"/>
          </p:cNvSpPr>
          <p:nvPr/>
        </p:nvSpPr>
        <p:spPr>
          <a:xfrm xmlns:a="http://schemas.openxmlformats.org/drawingml/2006/main">
            <a:off x="361950" y="4829175"/>
            <a:ext cx="5905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900" b="0">
                <a:solidFill>
                  <a:srgbClr val="44566C"/>
                </a:solidFill>
                <a:latin typeface="Arial"/>
                <a:ea typeface="Arial"/>
                <a:cs typeface="Arial"/>
              </a:defRPr>
            </a:defPPr>
            <a:lvl1pPr>
              <a:defRPr sz="900" b="0">
                <a:solidFill>
                  <a:srgbClr val="44566C"/>
                </a:solidFill>
                <a:latin typeface="Arial"/>
                <a:ea typeface="Arial"/>
                <a:cs typeface="Arial"/>
              </a:defRPr>
            </a:lvl1pPr>
            <a:lvl2pPr>
              <a:defRPr sz="900" b="0">
                <a:solidFill>
                  <a:srgbClr val="44566C"/>
                </a:solidFill>
                <a:latin typeface="Arial"/>
                <a:ea typeface="Arial"/>
                <a:cs typeface="Arial"/>
              </a:defRPr>
            </a:lvl2pPr>
            <a:lvl3pPr>
              <a:defRPr sz="900" b="0">
                <a:solidFill>
                  <a:srgbClr val="44566C"/>
                </a:solidFill>
                <a:latin typeface="Arial"/>
                <a:ea typeface="Arial"/>
                <a:cs typeface="Arial"/>
              </a:defRPr>
            </a:lvl3pPr>
            <a:lvl4pPr>
              <a:defRPr sz="900" b="0">
                <a:solidFill>
                  <a:srgbClr val="44566C"/>
                </a:solidFill>
                <a:latin typeface="Arial"/>
                <a:ea typeface="Arial"/>
                <a:cs typeface="Arial"/>
              </a:defRPr>
            </a:lvl4pPr>
            <a:lvl5pPr>
              <a:defRPr sz="900" b="0">
                <a:solidFill>
                  <a:srgbClr val="44566C"/>
                </a:solidFill>
                <a:latin typeface="Arial"/>
                <a:ea typeface="Arial"/>
                <a:cs typeface="Arial"/>
              </a:defRPr>
            </a:lvl5pPr>
            <a:lvl6pPr>
              <a:defRPr sz="900" b="0">
                <a:solidFill>
                  <a:srgbClr val="44566C"/>
                </a:solidFill>
                <a:latin typeface="Arial"/>
                <a:ea typeface="Arial"/>
                <a:cs typeface="Arial"/>
              </a:defRPr>
            </a:lvl6pPr>
            <a:lvl7pPr>
              <a:defRPr sz="900" b="0">
                <a:solidFill>
                  <a:srgbClr val="44566C"/>
                </a:solidFill>
                <a:latin typeface="Arial"/>
                <a:ea typeface="Arial"/>
                <a:cs typeface="Arial"/>
              </a:defRPr>
            </a:lvl7pPr>
            <a:lvl8pPr>
              <a:defRPr sz="900" b="0">
                <a:solidFill>
                  <a:srgbClr val="44566C"/>
                </a:solidFill>
                <a:latin typeface="Arial"/>
                <a:ea typeface="Arial"/>
                <a:cs typeface="Arial"/>
              </a:defRPr>
            </a:lvl8pPr>
            <a:lvl9pPr>
              <a:defRPr sz="900" b="0">
                <a:solidFill>
                  <a:srgbClr val="44566C"/>
                </a:solidFill>
                <a:latin typeface="Arial"/>
                <a:ea typeface="Arial"/>
                <a:cs typeface="Arial"/>
              </a:defRPr>
            </a:lvl9pPr>
          </a:lstStyle>
          <a:p xmlns:a="http://schemas.openxmlformats.org/drawingml/2006/main">
            <a:pPr>
              <a:defRPr sz="900" b="0">
                <a:solidFill>
                  <a:srgbClr val="44566C"/>
                </a:solidFill>
                <a:latin typeface="Arial"/>
                <a:ea typeface="Arial"/>
                <a:cs typeface="Arial"/>
              </a:defRPr>
            </a:pPr>
            <a:r>
              <a:rPr sz="900" b="0">
                <a:solidFill>
                  <a:srgbClr val="44566C"/>
                </a:solidFill>
                <a:latin typeface="Arial"/>
                <a:ea typeface="Arial"/>
                <a:cs typeface="Arial"/>
              </a:rPr>
              <a:t>DSSG Berlin × DSSG NYC  ·  #DATATHON2026</a:t>
            </a:r>
          </a:p>
        </p:txBody>
      </p:sp>
      <p:sp>
        <p:nvSpPr>
          <p:cNvPr id="4" name="page">
            <a:extLst xmlns:a="http://schemas.openxmlformats.org/drawingml/2006/main">
              <a:ext uri="{FF2B5EF4-FFF2-40B4-BE49-F238E27FC236}">
                <a16:creationId xmlns:a16="http://schemas.microsoft.com/office/drawing/2014/main" id="{CB1E8ED3-DF23-45C6-B7E9-D37F427A4488}"/>
              </a:ext>
            </a:extLst>
          </p:cNvPr>
          <p:cNvSpPr>
            <a:spLocks xmlns:a="http://schemas.openxmlformats.org/drawingml/2006/main" noGrp="1"/>
          </p:cNvSpPr>
          <p:nvPr/>
        </p:nvSpPr>
        <p:spPr>
          <a:xfrm xmlns:a="http://schemas.openxmlformats.org/drawingml/2006/main">
            <a:off x="8334375" y="4829175"/>
            <a:ext cx="476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900" b="0">
                <a:solidFill>
                  <a:srgbClr val="44566C"/>
                </a:solidFill>
                <a:latin typeface="Arial"/>
                <a:ea typeface="Arial"/>
                <a:cs typeface="Arial"/>
              </a:defRPr>
            </a:defPPr>
            <a:lvl1pPr>
              <a:defRPr sz="900" b="0">
                <a:solidFill>
                  <a:srgbClr val="44566C"/>
                </a:solidFill>
                <a:latin typeface="Arial"/>
                <a:ea typeface="Arial"/>
                <a:cs typeface="Arial"/>
              </a:defRPr>
            </a:lvl1pPr>
            <a:lvl2pPr>
              <a:defRPr sz="900" b="0">
                <a:solidFill>
                  <a:srgbClr val="44566C"/>
                </a:solidFill>
                <a:latin typeface="Arial"/>
                <a:ea typeface="Arial"/>
                <a:cs typeface="Arial"/>
              </a:defRPr>
            </a:lvl2pPr>
            <a:lvl3pPr>
              <a:defRPr sz="900" b="0">
                <a:solidFill>
                  <a:srgbClr val="44566C"/>
                </a:solidFill>
                <a:latin typeface="Arial"/>
                <a:ea typeface="Arial"/>
                <a:cs typeface="Arial"/>
              </a:defRPr>
            </a:lvl3pPr>
            <a:lvl4pPr>
              <a:defRPr sz="900" b="0">
                <a:solidFill>
                  <a:srgbClr val="44566C"/>
                </a:solidFill>
                <a:latin typeface="Arial"/>
                <a:ea typeface="Arial"/>
                <a:cs typeface="Arial"/>
              </a:defRPr>
            </a:lvl4pPr>
            <a:lvl5pPr>
              <a:defRPr sz="900" b="0">
                <a:solidFill>
                  <a:srgbClr val="44566C"/>
                </a:solidFill>
                <a:latin typeface="Arial"/>
                <a:ea typeface="Arial"/>
                <a:cs typeface="Arial"/>
              </a:defRPr>
            </a:lvl5pPr>
            <a:lvl6pPr>
              <a:defRPr sz="900" b="0">
                <a:solidFill>
                  <a:srgbClr val="44566C"/>
                </a:solidFill>
                <a:latin typeface="Arial"/>
                <a:ea typeface="Arial"/>
                <a:cs typeface="Arial"/>
              </a:defRPr>
            </a:lvl6pPr>
            <a:lvl7pPr>
              <a:defRPr sz="900" b="0">
                <a:solidFill>
                  <a:srgbClr val="44566C"/>
                </a:solidFill>
                <a:latin typeface="Arial"/>
                <a:ea typeface="Arial"/>
                <a:cs typeface="Arial"/>
              </a:defRPr>
            </a:lvl7pPr>
            <a:lvl8pPr>
              <a:defRPr sz="900" b="0">
                <a:solidFill>
                  <a:srgbClr val="44566C"/>
                </a:solidFill>
                <a:latin typeface="Arial"/>
                <a:ea typeface="Arial"/>
                <a:cs typeface="Arial"/>
              </a:defRPr>
            </a:lvl8pPr>
            <a:lvl9pPr>
              <a:defRPr sz="900" b="0">
                <a:solidFill>
                  <a:srgbClr val="44566C"/>
                </a:solidFill>
                <a:latin typeface="Arial"/>
                <a:ea typeface="Arial"/>
                <a:cs typeface="Arial"/>
              </a:defRPr>
            </a:lvl9pPr>
          </a:lstStyle>
          <a:p xmlns:a="http://schemas.openxmlformats.org/drawingml/2006/main">
            <a:pPr>
              <a:defRPr sz="900" b="0">
                <a:solidFill>
                  <a:srgbClr val="44566C"/>
                </a:solidFill>
                <a:latin typeface="Arial"/>
                <a:ea typeface="Arial"/>
                <a:cs typeface="Arial"/>
              </a:defRPr>
            </a:pPr>
            <a:r>
              <a:rPr sz="900" b="0">
                <a:solidFill>
                  <a:srgbClr val="44566C"/>
                </a:solidFill>
                <a:latin typeface="Arial"/>
                <a:ea typeface="Arial"/>
                <a:cs typeface="Arial"/>
              </a:rPr>
              <a:t>4 / 4</a:t>
            </a:r>
          </a:p>
        </p:txBody>
      </p:sp>
      <p:sp>
        <p:nvSpPr>
          <p:cNvPr id="5" name="action-title">
            <a:extLst xmlns:a="http://schemas.openxmlformats.org/drawingml/2006/main">
              <a:ext uri="{FF2B5EF4-FFF2-40B4-BE49-F238E27FC236}">
                <a16:creationId xmlns:a16="http://schemas.microsoft.com/office/drawing/2014/main" id="{8B8FAB69-5F86-4E36-8966-E17ABDB25D76}"/>
              </a:ext>
            </a:extLst>
          </p:cNvPr>
          <p:cNvSpPr>
            <a:spLocks xmlns:a="http://schemas.openxmlformats.org/drawingml/2006/main" noGrp="1"/>
          </p:cNvSpPr>
          <p:nvPr/>
        </p:nvSpPr>
        <p:spPr>
          <a:xfrm xmlns:a="http://schemas.openxmlformats.org/drawingml/2006/main">
            <a:off x="619125" y="1419225"/>
            <a:ext cx="7239000"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950" b="1">
                <a:solidFill>
                  <a:srgbClr val="082779"/>
                </a:solidFill>
                <a:latin typeface="Arial"/>
                <a:ea typeface="Arial"/>
                <a:cs typeface="Arial"/>
              </a:defRPr>
            </a:defPPr>
            <a:lvl1pPr>
              <a:defRPr sz="1950" b="1">
                <a:solidFill>
                  <a:srgbClr val="082779"/>
                </a:solidFill>
                <a:latin typeface="Arial"/>
                <a:ea typeface="Arial"/>
                <a:cs typeface="Arial"/>
              </a:defRPr>
            </a:lvl1pPr>
            <a:lvl2pPr>
              <a:defRPr sz="1950" b="1">
                <a:solidFill>
                  <a:srgbClr val="082779"/>
                </a:solidFill>
                <a:latin typeface="Arial"/>
                <a:ea typeface="Arial"/>
                <a:cs typeface="Arial"/>
              </a:defRPr>
            </a:lvl2pPr>
            <a:lvl3pPr>
              <a:defRPr sz="1950" b="1">
                <a:solidFill>
                  <a:srgbClr val="082779"/>
                </a:solidFill>
                <a:latin typeface="Arial"/>
                <a:ea typeface="Arial"/>
                <a:cs typeface="Arial"/>
              </a:defRPr>
            </a:lvl3pPr>
            <a:lvl4pPr>
              <a:defRPr sz="1950" b="1">
                <a:solidFill>
                  <a:srgbClr val="082779"/>
                </a:solidFill>
                <a:latin typeface="Arial"/>
                <a:ea typeface="Arial"/>
                <a:cs typeface="Arial"/>
              </a:defRPr>
            </a:lvl4pPr>
            <a:lvl5pPr>
              <a:defRPr sz="1950" b="1">
                <a:solidFill>
                  <a:srgbClr val="082779"/>
                </a:solidFill>
                <a:latin typeface="Arial"/>
                <a:ea typeface="Arial"/>
                <a:cs typeface="Arial"/>
              </a:defRPr>
            </a:lvl5pPr>
            <a:lvl6pPr>
              <a:defRPr sz="1950" b="1">
                <a:solidFill>
                  <a:srgbClr val="082779"/>
                </a:solidFill>
                <a:latin typeface="Arial"/>
                <a:ea typeface="Arial"/>
                <a:cs typeface="Arial"/>
              </a:defRPr>
            </a:lvl6pPr>
            <a:lvl7pPr>
              <a:defRPr sz="1950" b="1">
                <a:solidFill>
                  <a:srgbClr val="082779"/>
                </a:solidFill>
                <a:latin typeface="Arial"/>
                <a:ea typeface="Arial"/>
                <a:cs typeface="Arial"/>
              </a:defRPr>
            </a:lvl7pPr>
            <a:lvl8pPr>
              <a:defRPr sz="1950" b="1">
                <a:solidFill>
                  <a:srgbClr val="082779"/>
                </a:solidFill>
                <a:latin typeface="Arial"/>
                <a:ea typeface="Arial"/>
                <a:cs typeface="Arial"/>
              </a:defRPr>
            </a:lvl8pPr>
            <a:lvl9pPr>
              <a:defRPr sz="1950" b="1">
                <a:solidFill>
                  <a:srgbClr val="082779"/>
                </a:solidFill>
                <a:latin typeface="Arial"/>
                <a:ea typeface="Arial"/>
                <a:cs typeface="Arial"/>
              </a:defRPr>
            </a:lvl9pPr>
          </a:lstStyle>
          <a:p xmlns:a="http://schemas.openxmlformats.org/drawingml/2006/main">
            <a:pPr>
              <a:defRPr sz="1950" b="1">
                <a:solidFill>
                  <a:srgbClr val="082779"/>
                </a:solidFill>
                <a:latin typeface="Arial"/>
                <a:ea typeface="Arial"/>
                <a:cs typeface="Arial"/>
              </a:defRPr>
            </a:pPr>
            <a:r>
              <a:rPr sz="1950" b="1">
                <a:solidFill>
                  <a:srgbClr val="082779"/>
                </a:solidFill>
                <a:latin typeface="Arial"/>
                <a:ea typeface="Arial"/>
                <a:cs typeface="Arial"/>
              </a:rPr>
              <a:t>Specific tasks for website teams</a:t>
            </a:r>
          </a:p>
        </p:txBody>
      </p:sp>
      <p:sp>
        <p:nvSpPr>
          <p:cNvPr id="6" name="action1">
            <a:extLst xmlns:a="http://schemas.openxmlformats.org/drawingml/2006/main">
              <a:ext uri="{FF2B5EF4-FFF2-40B4-BE49-F238E27FC236}">
                <a16:creationId xmlns:a16="http://schemas.microsoft.com/office/drawing/2014/main" id="{85931462-E6EE-4EB3-948B-407C64EFBB69}"/>
              </a:ext>
            </a:extLst>
          </p:cNvPr>
          <p:cNvSpPr>
            <a:spLocks xmlns:a="http://schemas.openxmlformats.org/drawingml/2006/main" noGrp="1"/>
          </p:cNvSpPr>
          <p:nvPr/>
        </p:nvSpPr>
        <p:spPr>
          <a:xfrm xmlns:a="http://schemas.openxmlformats.org/drawingml/2006/main">
            <a:off x="619125" y="2000250"/>
            <a:ext cx="6667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800" b="1">
                <a:solidFill>
                  <a:srgbClr val="44566C"/>
                </a:solidFill>
                <a:latin typeface="Arial"/>
                <a:ea typeface="Arial"/>
                <a:cs typeface="Arial"/>
              </a:defRPr>
            </a:defPPr>
            <a:lvl1pPr>
              <a:defRPr sz="1800" b="1">
                <a:solidFill>
                  <a:srgbClr val="44566C"/>
                </a:solidFill>
                <a:latin typeface="Arial"/>
                <a:ea typeface="Arial"/>
                <a:cs typeface="Arial"/>
              </a:defRPr>
            </a:lvl1pPr>
            <a:lvl2pPr>
              <a:defRPr sz="1800" b="1">
                <a:solidFill>
                  <a:srgbClr val="44566C"/>
                </a:solidFill>
                <a:latin typeface="Arial"/>
                <a:ea typeface="Arial"/>
                <a:cs typeface="Arial"/>
              </a:defRPr>
            </a:lvl2pPr>
            <a:lvl3pPr>
              <a:defRPr sz="1800" b="1">
                <a:solidFill>
                  <a:srgbClr val="44566C"/>
                </a:solidFill>
                <a:latin typeface="Arial"/>
                <a:ea typeface="Arial"/>
                <a:cs typeface="Arial"/>
              </a:defRPr>
            </a:lvl3pPr>
            <a:lvl4pPr>
              <a:defRPr sz="1800" b="1">
                <a:solidFill>
                  <a:srgbClr val="44566C"/>
                </a:solidFill>
                <a:latin typeface="Arial"/>
                <a:ea typeface="Arial"/>
                <a:cs typeface="Arial"/>
              </a:defRPr>
            </a:lvl4pPr>
            <a:lvl5pPr>
              <a:defRPr sz="1800" b="1">
                <a:solidFill>
                  <a:srgbClr val="44566C"/>
                </a:solidFill>
                <a:latin typeface="Arial"/>
                <a:ea typeface="Arial"/>
                <a:cs typeface="Arial"/>
              </a:defRPr>
            </a:lvl5pPr>
            <a:lvl6pPr>
              <a:defRPr sz="1800" b="1">
                <a:solidFill>
                  <a:srgbClr val="44566C"/>
                </a:solidFill>
                <a:latin typeface="Arial"/>
                <a:ea typeface="Arial"/>
                <a:cs typeface="Arial"/>
              </a:defRPr>
            </a:lvl6pPr>
            <a:lvl7pPr>
              <a:defRPr sz="1800" b="1">
                <a:solidFill>
                  <a:srgbClr val="44566C"/>
                </a:solidFill>
                <a:latin typeface="Arial"/>
                <a:ea typeface="Arial"/>
                <a:cs typeface="Arial"/>
              </a:defRPr>
            </a:lvl7pPr>
            <a:lvl8pPr>
              <a:defRPr sz="1800" b="1">
                <a:solidFill>
                  <a:srgbClr val="44566C"/>
                </a:solidFill>
                <a:latin typeface="Arial"/>
                <a:ea typeface="Arial"/>
                <a:cs typeface="Arial"/>
              </a:defRPr>
            </a:lvl8pPr>
            <a:lvl9pPr>
              <a:defRPr sz="1800" b="1">
                <a:solidFill>
                  <a:srgbClr val="44566C"/>
                </a:solidFill>
                <a:latin typeface="Arial"/>
                <a:ea typeface="Arial"/>
                <a:cs typeface="Arial"/>
              </a:defRPr>
            </a:lvl9pPr>
          </a:lstStyle>
          <a:p xmlns:a="http://schemas.openxmlformats.org/drawingml/2006/main">
            <a:pPr>
              <a:defRPr sz="1800" b="1">
                <a:solidFill>
                  <a:srgbClr val="44566C"/>
                </a:solidFill>
                <a:latin typeface="Arial"/>
                <a:ea typeface="Arial"/>
                <a:cs typeface="Arial"/>
              </a:defRPr>
            </a:pPr>
            <a:r>
              <a:rPr sz="1800" b="1">
                <a:solidFill>
                  <a:srgbClr val="44566C"/>
                </a:solidFill>
                <a:latin typeface="Arial"/>
                <a:ea typeface="Arial"/>
                <a:cs typeface="Arial"/>
              </a:rPr>
              <a:t>01   Checks on current pages</a:t>
            </a:r>
          </a:p>
        </p:txBody>
      </p:sp>
      <p:sp>
        <p:nvSpPr>
          <p:cNvPr id="7" name="action1-body">
            <a:extLst xmlns:a="http://schemas.openxmlformats.org/drawingml/2006/main">
              <a:ext uri="{FF2B5EF4-FFF2-40B4-BE49-F238E27FC236}">
                <a16:creationId xmlns:a16="http://schemas.microsoft.com/office/drawing/2014/main" id="{D6EE3AA5-7017-4E77-AEE8-CCAA81C6CCC0}"/>
              </a:ext>
            </a:extLst>
          </p:cNvPr>
          <p:cNvSpPr>
            <a:spLocks xmlns:a="http://schemas.openxmlformats.org/drawingml/2006/main" noGrp="1"/>
          </p:cNvSpPr>
          <p:nvPr/>
        </p:nvSpPr>
        <p:spPr>
          <a:xfrm xmlns:a="http://schemas.openxmlformats.org/drawingml/2006/main">
            <a:off x="1066800" y="2381250"/>
            <a:ext cx="6572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00" b="0">
                <a:solidFill>
                  <a:srgbClr val="44566C"/>
                </a:solidFill>
                <a:latin typeface="Arial"/>
                <a:ea typeface="Arial"/>
                <a:cs typeface="Arial"/>
              </a:defRPr>
            </a:defPPr>
            <a:lvl1pPr>
              <a:defRPr sz="1500" b="0">
                <a:solidFill>
                  <a:srgbClr val="44566C"/>
                </a:solidFill>
                <a:latin typeface="Arial"/>
                <a:ea typeface="Arial"/>
                <a:cs typeface="Arial"/>
              </a:defRPr>
            </a:lvl1pPr>
            <a:lvl2pPr>
              <a:defRPr sz="1500" b="0">
                <a:solidFill>
                  <a:srgbClr val="44566C"/>
                </a:solidFill>
                <a:latin typeface="Arial"/>
                <a:ea typeface="Arial"/>
                <a:cs typeface="Arial"/>
              </a:defRPr>
            </a:lvl2pPr>
            <a:lvl3pPr>
              <a:defRPr sz="1500" b="0">
                <a:solidFill>
                  <a:srgbClr val="44566C"/>
                </a:solidFill>
                <a:latin typeface="Arial"/>
                <a:ea typeface="Arial"/>
                <a:cs typeface="Arial"/>
              </a:defRPr>
            </a:lvl3pPr>
            <a:lvl4pPr>
              <a:defRPr sz="1500" b="0">
                <a:solidFill>
                  <a:srgbClr val="44566C"/>
                </a:solidFill>
                <a:latin typeface="Arial"/>
                <a:ea typeface="Arial"/>
                <a:cs typeface="Arial"/>
              </a:defRPr>
            </a:lvl4pPr>
            <a:lvl5pPr>
              <a:defRPr sz="1500" b="0">
                <a:solidFill>
                  <a:srgbClr val="44566C"/>
                </a:solidFill>
                <a:latin typeface="Arial"/>
                <a:ea typeface="Arial"/>
                <a:cs typeface="Arial"/>
              </a:defRPr>
            </a:lvl5pPr>
            <a:lvl6pPr>
              <a:defRPr sz="1500" b="0">
                <a:solidFill>
                  <a:srgbClr val="44566C"/>
                </a:solidFill>
                <a:latin typeface="Arial"/>
                <a:ea typeface="Arial"/>
                <a:cs typeface="Arial"/>
              </a:defRPr>
            </a:lvl6pPr>
            <a:lvl7pPr>
              <a:defRPr sz="1500" b="0">
                <a:solidFill>
                  <a:srgbClr val="44566C"/>
                </a:solidFill>
                <a:latin typeface="Arial"/>
                <a:ea typeface="Arial"/>
                <a:cs typeface="Arial"/>
              </a:defRPr>
            </a:lvl7pPr>
            <a:lvl8pPr>
              <a:defRPr sz="1500" b="0">
                <a:solidFill>
                  <a:srgbClr val="44566C"/>
                </a:solidFill>
                <a:latin typeface="Arial"/>
                <a:ea typeface="Arial"/>
                <a:cs typeface="Arial"/>
              </a:defRPr>
            </a:lvl8pPr>
            <a:lvl9pPr>
              <a:defRPr sz="1500" b="0">
                <a:solidFill>
                  <a:srgbClr val="44566C"/>
                </a:solidFill>
                <a:latin typeface="Arial"/>
                <a:ea typeface="Arial"/>
                <a:cs typeface="Arial"/>
              </a:defRPr>
            </a:lvl9pPr>
          </a:lstStyle>
          <a:p xmlns:a="http://schemas.openxmlformats.org/drawingml/2006/main">
            <a:pPr>
              <a:defRPr sz="1500" b="0">
                <a:solidFill>
                  <a:srgbClr val="44566C"/>
                </a:solidFill>
                <a:latin typeface="Arial"/>
                <a:ea typeface="Arial"/>
                <a:cs typeface="Arial"/>
              </a:defRPr>
            </a:pPr>
            <a:r>
              <a:rPr sz="1500" b="0">
                <a:solidFill>
                  <a:srgbClr val="44566C"/>
                </a:solidFill>
                <a:latin typeface="Arial"/>
                <a:ea typeface="Arial"/>
                <a:cs typeface="Arial"/>
              </a:rPr>
              <a:t>Verify contrast, accessible names and navigation structure</a:t>
            </a:r>
          </a:p>
        </p:txBody>
      </p:sp>
      <p:sp>
        <p:nvSpPr>
          <p:cNvPr id="8" name="action2">
            <a:extLst xmlns:a="http://schemas.openxmlformats.org/drawingml/2006/main">
              <a:ext uri="{FF2B5EF4-FFF2-40B4-BE49-F238E27FC236}">
                <a16:creationId xmlns:a16="http://schemas.microsoft.com/office/drawing/2014/main" id="{31873A22-22ED-4CCD-9C04-1A731B9B7DEB}"/>
              </a:ext>
            </a:extLst>
          </p:cNvPr>
          <p:cNvSpPr>
            <a:spLocks xmlns:a="http://schemas.openxmlformats.org/drawingml/2006/main" noGrp="1"/>
          </p:cNvSpPr>
          <p:nvPr/>
        </p:nvSpPr>
        <p:spPr>
          <a:xfrm xmlns:a="http://schemas.openxmlformats.org/drawingml/2006/main">
            <a:off x="619125" y="2981325"/>
            <a:ext cx="7239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800" b="1">
                <a:solidFill>
                  <a:srgbClr val="44566C"/>
                </a:solidFill>
                <a:latin typeface="Arial"/>
                <a:ea typeface="Arial"/>
                <a:cs typeface="Arial"/>
              </a:defRPr>
            </a:defPPr>
            <a:lvl1pPr>
              <a:defRPr sz="1800" b="1">
                <a:solidFill>
                  <a:srgbClr val="44566C"/>
                </a:solidFill>
                <a:latin typeface="Arial"/>
                <a:ea typeface="Arial"/>
                <a:cs typeface="Arial"/>
              </a:defRPr>
            </a:lvl1pPr>
            <a:lvl2pPr>
              <a:defRPr sz="1800" b="1">
                <a:solidFill>
                  <a:srgbClr val="44566C"/>
                </a:solidFill>
                <a:latin typeface="Arial"/>
                <a:ea typeface="Arial"/>
                <a:cs typeface="Arial"/>
              </a:defRPr>
            </a:lvl2pPr>
            <a:lvl3pPr>
              <a:defRPr sz="1800" b="1">
                <a:solidFill>
                  <a:srgbClr val="44566C"/>
                </a:solidFill>
                <a:latin typeface="Arial"/>
                <a:ea typeface="Arial"/>
                <a:cs typeface="Arial"/>
              </a:defRPr>
            </a:lvl3pPr>
            <a:lvl4pPr>
              <a:defRPr sz="1800" b="1">
                <a:solidFill>
                  <a:srgbClr val="44566C"/>
                </a:solidFill>
                <a:latin typeface="Arial"/>
                <a:ea typeface="Arial"/>
                <a:cs typeface="Arial"/>
              </a:defRPr>
            </a:lvl4pPr>
            <a:lvl5pPr>
              <a:defRPr sz="1800" b="1">
                <a:solidFill>
                  <a:srgbClr val="44566C"/>
                </a:solidFill>
                <a:latin typeface="Arial"/>
                <a:ea typeface="Arial"/>
                <a:cs typeface="Arial"/>
              </a:defRPr>
            </a:lvl5pPr>
            <a:lvl6pPr>
              <a:defRPr sz="1800" b="1">
                <a:solidFill>
                  <a:srgbClr val="44566C"/>
                </a:solidFill>
                <a:latin typeface="Arial"/>
                <a:ea typeface="Arial"/>
                <a:cs typeface="Arial"/>
              </a:defRPr>
            </a:lvl6pPr>
            <a:lvl7pPr>
              <a:defRPr sz="1800" b="1">
                <a:solidFill>
                  <a:srgbClr val="44566C"/>
                </a:solidFill>
                <a:latin typeface="Arial"/>
                <a:ea typeface="Arial"/>
                <a:cs typeface="Arial"/>
              </a:defRPr>
            </a:lvl7pPr>
            <a:lvl8pPr>
              <a:defRPr sz="1800" b="1">
                <a:solidFill>
                  <a:srgbClr val="44566C"/>
                </a:solidFill>
                <a:latin typeface="Arial"/>
                <a:ea typeface="Arial"/>
                <a:cs typeface="Arial"/>
              </a:defRPr>
            </a:lvl8pPr>
            <a:lvl9pPr>
              <a:defRPr sz="1800" b="1">
                <a:solidFill>
                  <a:srgbClr val="44566C"/>
                </a:solidFill>
                <a:latin typeface="Arial"/>
                <a:ea typeface="Arial"/>
                <a:cs typeface="Arial"/>
              </a:defRPr>
            </a:lvl9pPr>
          </a:lstStyle>
          <a:p xmlns:a="http://schemas.openxmlformats.org/drawingml/2006/main">
            <a:pPr>
              <a:defRPr sz="1800" b="1">
                <a:solidFill>
                  <a:srgbClr val="44566C"/>
                </a:solidFill>
                <a:latin typeface="Arial"/>
                <a:ea typeface="Arial"/>
                <a:cs typeface="Arial"/>
              </a:defRPr>
            </a:pPr>
            <a:r>
              <a:rPr sz="1800" b="1">
                <a:solidFill>
                  <a:srgbClr val="44566C"/>
                </a:solidFill>
                <a:latin typeface="Arial"/>
                <a:ea typeface="Arial"/>
                <a:cs typeface="Arial"/>
              </a:rPr>
              <a:t>02   One improvement and a repeat test</a:t>
            </a:r>
          </a:p>
        </p:txBody>
      </p:sp>
      <p:sp>
        <p:nvSpPr>
          <p:cNvPr id="9" name="action2-body">
            <a:extLst xmlns:a="http://schemas.openxmlformats.org/drawingml/2006/main">
              <a:ext uri="{FF2B5EF4-FFF2-40B4-BE49-F238E27FC236}">
                <a16:creationId xmlns:a16="http://schemas.microsoft.com/office/drawing/2014/main" id="{896808CE-2C6D-45E3-9589-A1C03159FAF4}"/>
              </a:ext>
            </a:extLst>
          </p:cNvPr>
          <p:cNvSpPr>
            <a:spLocks xmlns:a="http://schemas.openxmlformats.org/drawingml/2006/main" noGrp="1"/>
          </p:cNvSpPr>
          <p:nvPr/>
        </p:nvSpPr>
        <p:spPr>
          <a:xfrm xmlns:a="http://schemas.openxmlformats.org/drawingml/2006/main">
            <a:off x="1066800" y="3352800"/>
            <a:ext cx="6572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00" b="0">
                <a:solidFill>
                  <a:srgbClr val="44566C"/>
                </a:solidFill>
                <a:latin typeface="Arial"/>
                <a:ea typeface="Arial"/>
                <a:cs typeface="Arial"/>
              </a:defRPr>
            </a:defPPr>
            <a:lvl1pPr>
              <a:defRPr sz="1500" b="0">
                <a:solidFill>
                  <a:srgbClr val="44566C"/>
                </a:solidFill>
                <a:latin typeface="Arial"/>
                <a:ea typeface="Arial"/>
                <a:cs typeface="Arial"/>
              </a:defRPr>
            </a:lvl1pPr>
            <a:lvl2pPr>
              <a:defRPr sz="1500" b="0">
                <a:solidFill>
                  <a:srgbClr val="44566C"/>
                </a:solidFill>
                <a:latin typeface="Arial"/>
                <a:ea typeface="Arial"/>
                <a:cs typeface="Arial"/>
              </a:defRPr>
            </a:lvl2pPr>
            <a:lvl3pPr>
              <a:defRPr sz="1500" b="0">
                <a:solidFill>
                  <a:srgbClr val="44566C"/>
                </a:solidFill>
                <a:latin typeface="Arial"/>
                <a:ea typeface="Arial"/>
                <a:cs typeface="Arial"/>
              </a:defRPr>
            </a:lvl3pPr>
            <a:lvl4pPr>
              <a:defRPr sz="1500" b="0">
                <a:solidFill>
                  <a:srgbClr val="44566C"/>
                </a:solidFill>
                <a:latin typeface="Arial"/>
                <a:ea typeface="Arial"/>
                <a:cs typeface="Arial"/>
              </a:defRPr>
            </a:lvl4pPr>
            <a:lvl5pPr>
              <a:defRPr sz="1500" b="0">
                <a:solidFill>
                  <a:srgbClr val="44566C"/>
                </a:solidFill>
                <a:latin typeface="Arial"/>
                <a:ea typeface="Arial"/>
                <a:cs typeface="Arial"/>
              </a:defRPr>
            </a:lvl5pPr>
            <a:lvl6pPr>
              <a:defRPr sz="1500" b="0">
                <a:solidFill>
                  <a:srgbClr val="44566C"/>
                </a:solidFill>
                <a:latin typeface="Arial"/>
                <a:ea typeface="Arial"/>
                <a:cs typeface="Arial"/>
              </a:defRPr>
            </a:lvl6pPr>
            <a:lvl7pPr>
              <a:defRPr sz="1500" b="0">
                <a:solidFill>
                  <a:srgbClr val="44566C"/>
                </a:solidFill>
                <a:latin typeface="Arial"/>
                <a:ea typeface="Arial"/>
                <a:cs typeface="Arial"/>
              </a:defRPr>
            </a:lvl7pPr>
            <a:lvl8pPr>
              <a:defRPr sz="1500" b="0">
                <a:solidFill>
                  <a:srgbClr val="44566C"/>
                </a:solidFill>
                <a:latin typeface="Arial"/>
                <a:ea typeface="Arial"/>
                <a:cs typeface="Arial"/>
              </a:defRPr>
            </a:lvl8pPr>
            <a:lvl9pPr>
              <a:defRPr sz="1500" b="0">
                <a:solidFill>
                  <a:srgbClr val="44566C"/>
                </a:solidFill>
                <a:latin typeface="Arial"/>
                <a:ea typeface="Arial"/>
                <a:cs typeface="Arial"/>
              </a:defRPr>
            </a:lvl9pPr>
          </a:lstStyle>
          <a:p xmlns:a="http://schemas.openxmlformats.org/drawingml/2006/main">
            <a:pPr>
              <a:defRPr sz="1500" b="0">
                <a:solidFill>
                  <a:srgbClr val="44566C"/>
                </a:solidFill>
                <a:latin typeface="Arial"/>
                <a:ea typeface="Arial"/>
                <a:cs typeface="Arial"/>
              </a:defRPr>
            </a:pPr>
            <a:r>
              <a:rPr sz="1500" b="0">
                <a:solidFill>
                  <a:srgbClr val="44566C"/>
                </a:solidFill>
                <a:latin typeface="Arial"/>
                <a:ea typeface="Arial"/>
                <a:cs typeface="Arial"/>
              </a:rPr>
              <a:t>Choose a component with the website owner and compare before and after</a:t>
            </a:r>
          </a:p>
        </p:txBody>
      </p:sp>
      <p:sp>
        <p:nvSpPr>
          <p:cNvPr id="10" name="status">
            <a:extLst xmlns:a="http://schemas.openxmlformats.org/drawingml/2006/main">
              <a:ext uri="{FF2B5EF4-FFF2-40B4-BE49-F238E27FC236}">
                <a16:creationId xmlns:a16="http://schemas.microsoft.com/office/drawing/2014/main" id="{3119689C-210A-4E81-A364-9C1CAD47535B}"/>
              </a:ext>
            </a:extLst>
          </p:cNvPr>
          <p:cNvSpPr>
            <a:spLocks xmlns:a="http://schemas.openxmlformats.org/drawingml/2006/main" noGrp="1"/>
          </p:cNvSpPr>
          <p:nvPr/>
        </p:nvSpPr>
        <p:spPr>
          <a:xfrm xmlns:a="http://schemas.openxmlformats.org/drawingml/2006/main">
            <a:off x="619125" y="4124325"/>
            <a:ext cx="709612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0">
                <a:solidFill>
                  <a:srgbClr val="44566C"/>
                </a:solidFill>
                <a:latin typeface="Arial"/>
                <a:ea typeface="Arial"/>
                <a:cs typeface="Arial"/>
              </a:defRPr>
            </a:defPPr>
            <a:lvl1pPr>
              <a:defRPr sz="1200" b="0">
                <a:solidFill>
                  <a:srgbClr val="44566C"/>
                </a:solidFill>
                <a:latin typeface="Arial"/>
                <a:ea typeface="Arial"/>
                <a:cs typeface="Arial"/>
              </a:defRPr>
            </a:lvl1pPr>
            <a:lvl2pPr>
              <a:defRPr sz="1200" b="0">
                <a:solidFill>
                  <a:srgbClr val="44566C"/>
                </a:solidFill>
                <a:latin typeface="Arial"/>
                <a:ea typeface="Arial"/>
                <a:cs typeface="Arial"/>
              </a:defRPr>
            </a:lvl2pPr>
            <a:lvl3pPr>
              <a:defRPr sz="1200" b="0">
                <a:solidFill>
                  <a:srgbClr val="44566C"/>
                </a:solidFill>
                <a:latin typeface="Arial"/>
                <a:ea typeface="Arial"/>
                <a:cs typeface="Arial"/>
              </a:defRPr>
            </a:lvl3pPr>
            <a:lvl4pPr>
              <a:defRPr sz="1200" b="0">
                <a:solidFill>
                  <a:srgbClr val="44566C"/>
                </a:solidFill>
                <a:latin typeface="Arial"/>
                <a:ea typeface="Arial"/>
                <a:cs typeface="Arial"/>
              </a:defRPr>
            </a:lvl4pPr>
            <a:lvl5pPr>
              <a:defRPr sz="1200" b="0">
                <a:solidFill>
                  <a:srgbClr val="44566C"/>
                </a:solidFill>
                <a:latin typeface="Arial"/>
                <a:ea typeface="Arial"/>
                <a:cs typeface="Arial"/>
              </a:defRPr>
            </a:lvl5pPr>
            <a:lvl6pPr>
              <a:defRPr sz="1200" b="0">
                <a:solidFill>
                  <a:srgbClr val="44566C"/>
                </a:solidFill>
                <a:latin typeface="Arial"/>
                <a:ea typeface="Arial"/>
                <a:cs typeface="Arial"/>
              </a:defRPr>
            </a:lvl6pPr>
            <a:lvl7pPr>
              <a:defRPr sz="1200" b="0">
                <a:solidFill>
                  <a:srgbClr val="44566C"/>
                </a:solidFill>
                <a:latin typeface="Arial"/>
                <a:ea typeface="Arial"/>
                <a:cs typeface="Arial"/>
              </a:defRPr>
            </a:lvl7pPr>
            <a:lvl8pPr>
              <a:defRPr sz="1200" b="0">
                <a:solidFill>
                  <a:srgbClr val="44566C"/>
                </a:solidFill>
                <a:latin typeface="Arial"/>
                <a:ea typeface="Arial"/>
                <a:cs typeface="Arial"/>
              </a:defRPr>
            </a:lvl8pPr>
            <a:lvl9pPr>
              <a:defRPr sz="1200" b="0">
                <a:solidFill>
                  <a:srgbClr val="44566C"/>
                </a:solidFill>
                <a:latin typeface="Arial"/>
                <a:ea typeface="Arial"/>
                <a:cs typeface="Arial"/>
              </a:defRPr>
            </a:lvl9pPr>
          </a:lstStyle>
          <a:p xmlns:a="http://schemas.openxmlformats.org/drawingml/2006/main">
            <a:pPr>
              <a:defRPr sz="1200" b="0">
                <a:solidFill>
                  <a:srgbClr val="44566C"/>
                </a:solidFill>
                <a:latin typeface="Arial"/>
                <a:ea typeface="Arial"/>
                <a:cs typeface="Arial"/>
              </a:defRPr>
            </a:pPr>
            <a:r>
              <a:rPr sz="1200" b="0">
                <a:solidFill>
                  <a:srgbClr val="44566C"/>
                </a:solidFill>
                <a:latin typeface="Arial"/>
                <a:ea typeface="Arial"/>
                <a:cs typeface="Arial"/>
              </a:rPr>
              <a:t>Current output: an evidence-backed report with recommendations.</a:t>
            </a:r>
          </a:p>
          <a:p xmlns:a="http://schemas.openxmlformats.org/drawingml/2006/main">
            <a:pPr>
              <a:defRPr sz="1200" b="0">
                <a:solidFill>
                  <a:srgbClr val="44566C"/>
                </a:solidFill>
                <a:latin typeface="Arial"/>
                <a:ea typeface="Arial"/>
                <a:cs typeface="Arial"/>
              </a:defRPr>
            </a:pPr>
            <a:r>
              <a:rPr sz="1200" b="0">
                <a:solidFill>
                  <a:srgbClr val="44566C"/>
                </a:solidFill>
                <a:latin typeface="Arial"/>
                <a:ea typeface="Arial"/>
                <a:cs typeface="Arial"/>
              </a:rPr>
              <a:t>DRK: fields not located manually. Caritas: manual verification still pending.</a:t>
            </a:r>
          </a:p>
        </p:txBody>
      </p:sp>
    </p:spTree>
    <p:extLst>
      <p:ext uri="{BB962C8B-B14F-4D97-AF65-F5344CB8AC3E}">
        <p14:creationId xmlns:p14="http://schemas.microsoft.com/office/powerpoint/2010/main" val="173995799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2026-10-25T10:27:10.7730000Z</dcterms:created>
  <dcterms:modified xsi:type="dcterms:W3CDTF">2026-10-25T10:27:10.7730000Z</dcterms:modified>
</coreProperties>
</file>